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
  </p:notesMasterIdLst>
  <p:sldIdLst>
    <p:sldId id="261" r:id="rId2"/>
    <p:sldId id="262" r:id="rId3"/>
    <p:sldId id="263" r:id="rId4"/>
  </p:sldIdLst>
  <p:sldSz cx="12192000" cy="6858000"/>
  <p:notesSz cx="6022975" cy="1106328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6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栗原 一行" initials="栗原" lastIdx="1" clrIdx="0">
    <p:extLst>
      <p:ext uri="{19B8F6BF-5375-455C-9EA6-DF929625EA0E}">
        <p15:presenceInfo xmlns:p15="http://schemas.microsoft.com/office/powerpoint/2012/main" userId="S-1-5-21-1078081533-2052111302-839522115-828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34C16"/>
    <a:srgbClr val="484848"/>
    <a:srgbClr val="FFA1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26" autoAdjust="0"/>
    <p:restoredTop sz="94660"/>
  </p:normalViewPr>
  <p:slideViewPr>
    <p:cSldViewPr snapToGrid="0">
      <p:cViewPr varScale="1">
        <p:scale>
          <a:sx n="111" d="100"/>
          <a:sy n="111" d="100"/>
        </p:scale>
        <p:origin x="468" y="114"/>
      </p:cViewPr>
      <p:guideLst>
        <p:guide orient="horz" pos="2183"/>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609956" cy="555086"/>
          </a:xfrm>
          <a:prstGeom prst="rect">
            <a:avLst/>
          </a:prstGeom>
        </p:spPr>
        <p:txBody>
          <a:bodyPr vert="horz" lIns="99048" tIns="49524" rIns="99048" bIns="49524" rtlCol="0"/>
          <a:lstStyle>
            <a:lvl1pPr algn="l">
              <a:defRPr sz="1300"/>
            </a:lvl1pPr>
          </a:lstStyle>
          <a:p>
            <a:endParaRPr kumimoji="1" lang="ja-JP" altLang="en-US"/>
          </a:p>
        </p:txBody>
      </p:sp>
      <p:sp>
        <p:nvSpPr>
          <p:cNvPr id="3" name="日付プレースホルダー 2"/>
          <p:cNvSpPr>
            <a:spLocks noGrp="1"/>
          </p:cNvSpPr>
          <p:nvPr>
            <p:ph type="dt" idx="1"/>
          </p:nvPr>
        </p:nvSpPr>
        <p:spPr>
          <a:xfrm>
            <a:off x="3411626" y="0"/>
            <a:ext cx="2609956" cy="555086"/>
          </a:xfrm>
          <a:prstGeom prst="rect">
            <a:avLst/>
          </a:prstGeom>
        </p:spPr>
        <p:txBody>
          <a:bodyPr vert="horz" lIns="99048" tIns="49524" rIns="99048" bIns="49524" rtlCol="0"/>
          <a:lstStyle>
            <a:lvl1pPr algn="r">
              <a:defRPr sz="1300"/>
            </a:lvl1pPr>
          </a:lstStyle>
          <a:p>
            <a:fld id="{606CFB15-3830-47A6-888D-0DBB1125AA97}" type="datetimeFigureOut">
              <a:rPr kumimoji="1" lang="ja-JP" altLang="en-US" smtClean="0"/>
              <a:t>2023/10/31</a:t>
            </a:fld>
            <a:endParaRPr kumimoji="1" lang="ja-JP" altLang="en-US"/>
          </a:p>
        </p:txBody>
      </p:sp>
      <p:sp>
        <p:nvSpPr>
          <p:cNvPr id="4" name="スライド イメージ プレースホルダー 3"/>
          <p:cNvSpPr>
            <a:spLocks noGrp="1" noRot="1" noChangeAspect="1"/>
          </p:cNvSpPr>
          <p:nvPr>
            <p:ph type="sldImg" idx="2"/>
          </p:nvPr>
        </p:nvSpPr>
        <p:spPr>
          <a:xfrm>
            <a:off x="-306388" y="1382713"/>
            <a:ext cx="6635751" cy="3733800"/>
          </a:xfrm>
          <a:prstGeom prst="rect">
            <a:avLst/>
          </a:prstGeom>
          <a:noFill/>
          <a:ln w="12700">
            <a:solidFill>
              <a:prstClr val="black"/>
            </a:solidFill>
          </a:ln>
        </p:spPr>
        <p:txBody>
          <a:bodyPr vert="horz" lIns="99048" tIns="49524" rIns="99048" bIns="49524" rtlCol="0" anchor="ctr"/>
          <a:lstStyle/>
          <a:p>
            <a:endParaRPr lang="ja-JP" altLang="en-US"/>
          </a:p>
        </p:txBody>
      </p:sp>
      <p:sp>
        <p:nvSpPr>
          <p:cNvPr id="5" name="ノート プレースホルダー 4"/>
          <p:cNvSpPr>
            <a:spLocks noGrp="1"/>
          </p:cNvSpPr>
          <p:nvPr>
            <p:ph type="body" sz="quarter" idx="3"/>
          </p:nvPr>
        </p:nvSpPr>
        <p:spPr>
          <a:xfrm>
            <a:off x="602298" y="5324207"/>
            <a:ext cx="4818380" cy="4356170"/>
          </a:xfrm>
          <a:prstGeom prst="rect">
            <a:avLst/>
          </a:prstGeom>
        </p:spPr>
        <p:txBody>
          <a:bodyPr vert="horz" lIns="99048" tIns="49524" rIns="99048" bIns="49524"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10508205"/>
            <a:ext cx="2609956" cy="555085"/>
          </a:xfrm>
          <a:prstGeom prst="rect">
            <a:avLst/>
          </a:prstGeom>
        </p:spPr>
        <p:txBody>
          <a:bodyPr vert="horz" lIns="99048" tIns="49524" rIns="99048" bIns="49524" rtlCol="0" anchor="b"/>
          <a:lstStyle>
            <a:lvl1pPr algn="l">
              <a:defRPr sz="1300"/>
            </a:lvl1pPr>
          </a:lstStyle>
          <a:p>
            <a:endParaRPr kumimoji="1" lang="ja-JP" altLang="en-US"/>
          </a:p>
        </p:txBody>
      </p:sp>
      <p:sp>
        <p:nvSpPr>
          <p:cNvPr id="7" name="スライド番号プレースホルダー 6"/>
          <p:cNvSpPr>
            <a:spLocks noGrp="1"/>
          </p:cNvSpPr>
          <p:nvPr>
            <p:ph type="sldNum" sz="quarter" idx="5"/>
          </p:nvPr>
        </p:nvSpPr>
        <p:spPr>
          <a:xfrm>
            <a:off x="3411626" y="10508205"/>
            <a:ext cx="2609956" cy="555085"/>
          </a:xfrm>
          <a:prstGeom prst="rect">
            <a:avLst/>
          </a:prstGeom>
        </p:spPr>
        <p:txBody>
          <a:bodyPr vert="horz" lIns="99048" tIns="49524" rIns="99048" bIns="49524" rtlCol="0" anchor="b"/>
          <a:lstStyle>
            <a:lvl1pPr algn="r">
              <a:defRPr sz="1300"/>
            </a:lvl1pPr>
          </a:lstStyle>
          <a:p>
            <a:fld id="{09CACF5A-D758-4209-8404-3F61E3701C2B}" type="slidenum">
              <a:rPr kumimoji="1" lang="ja-JP" altLang="en-US" smtClean="0"/>
              <a:t>‹#›</a:t>
            </a:fld>
            <a:endParaRPr kumimoji="1" lang="ja-JP" altLang="en-US"/>
          </a:p>
        </p:txBody>
      </p:sp>
    </p:spTree>
    <p:extLst>
      <p:ext uri="{BB962C8B-B14F-4D97-AF65-F5344CB8AC3E}">
        <p14:creationId xmlns:p14="http://schemas.microsoft.com/office/powerpoint/2010/main" val="34088018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l">
              <a:defRPr sz="4000"/>
            </a:lvl1pPr>
          </a:lstStyle>
          <a:p>
            <a:r>
              <a:rPr lang="ja-JP" altLang="en-US" dirty="0" smtClean="0"/>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smtClean="0"/>
              <a:t>マスター サブタイトルの書式設定</a:t>
            </a:r>
            <a:endParaRPr lang="en-US" dirty="0"/>
          </a:p>
        </p:txBody>
      </p:sp>
      <p:sp>
        <p:nvSpPr>
          <p:cNvPr id="4" name="Date Placeholder 3"/>
          <p:cNvSpPr>
            <a:spLocks noGrp="1"/>
          </p:cNvSpPr>
          <p:nvPr>
            <p:ph type="dt" sz="half" idx="10"/>
          </p:nvPr>
        </p:nvSpPr>
        <p:spPr/>
        <p:txBody>
          <a:bodyPr/>
          <a:lstStyle/>
          <a:p>
            <a:r>
              <a:rPr kumimoji="1" lang="en-US" altLang="ja-JP" smtClean="0"/>
              <a:t>2023/10/10</a:t>
            </a:r>
            <a:endParaRPr kumimoji="1" lang="ja-JP" altLang="en-US" dirty="0"/>
          </a:p>
        </p:txBody>
      </p:sp>
      <p:sp>
        <p:nvSpPr>
          <p:cNvPr id="5" name="Footer Placeholder 4"/>
          <p:cNvSpPr>
            <a:spLocks noGrp="1"/>
          </p:cNvSpPr>
          <p:nvPr>
            <p:ph type="ftr" sz="quarter" idx="11"/>
          </p:nvPr>
        </p:nvSpPr>
        <p:spPr/>
        <p:txBody>
          <a:bodyPr/>
          <a:lstStyle/>
          <a:p>
            <a:r>
              <a:rPr lang="en-US" altLang="ja-JP" smtClean="0"/>
              <a:t>© 2023 JR East Consultants Company</a:t>
            </a:r>
            <a:endParaRPr lang="ja-JP" altLang="en-US" dirty="0"/>
          </a:p>
        </p:txBody>
      </p:sp>
      <p:sp>
        <p:nvSpPr>
          <p:cNvPr id="6" name="Slide Number Placeholder 5"/>
          <p:cNvSpPr>
            <a:spLocks noGrp="1"/>
          </p:cNvSpPr>
          <p:nvPr>
            <p:ph type="sldNum" sz="quarter" idx="12"/>
          </p:nvPr>
        </p:nvSpPr>
        <p:spPr/>
        <p:txBody>
          <a:bodyPr/>
          <a:lstStyle/>
          <a:p>
            <a:fld id="{B6EA2EF4-16CC-4E8C-B4E7-CE7586DCE940}" type="slidenum">
              <a:rPr kumimoji="1" lang="ja-JP" altLang="en-US" smtClean="0"/>
              <a:t>‹#›</a:t>
            </a:fld>
            <a:endParaRPr kumimoji="1" lang="ja-JP" altLang="en-US"/>
          </a:p>
        </p:txBody>
      </p:sp>
    </p:spTree>
    <p:extLst>
      <p:ext uri="{BB962C8B-B14F-4D97-AF65-F5344CB8AC3E}">
        <p14:creationId xmlns:p14="http://schemas.microsoft.com/office/powerpoint/2010/main" val="35943153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dirty="0" smtClean="0"/>
              <a:t>マスター タイトルの書式設定</a:t>
            </a:r>
            <a:endParaRPr lang="en-US" dirty="0"/>
          </a:p>
        </p:txBody>
      </p:sp>
      <p:sp>
        <p:nvSpPr>
          <p:cNvPr id="3" name="Date Placeholder 2"/>
          <p:cNvSpPr>
            <a:spLocks noGrp="1"/>
          </p:cNvSpPr>
          <p:nvPr>
            <p:ph type="dt" sz="half" idx="10"/>
          </p:nvPr>
        </p:nvSpPr>
        <p:spPr/>
        <p:txBody>
          <a:bodyPr/>
          <a:lstStyle/>
          <a:p>
            <a:r>
              <a:rPr kumimoji="1" lang="en-US" altLang="ja-JP" smtClean="0"/>
              <a:t>2023/10/10</a:t>
            </a:r>
            <a:endParaRPr kumimoji="1" lang="ja-JP" altLang="en-US"/>
          </a:p>
        </p:txBody>
      </p:sp>
      <p:sp>
        <p:nvSpPr>
          <p:cNvPr id="4" name="Footer Placeholder 3"/>
          <p:cNvSpPr>
            <a:spLocks noGrp="1"/>
          </p:cNvSpPr>
          <p:nvPr>
            <p:ph type="ftr" sz="quarter" idx="11"/>
          </p:nvPr>
        </p:nvSpPr>
        <p:spPr/>
        <p:txBody>
          <a:bodyPr/>
          <a:lstStyle/>
          <a:p>
            <a:r>
              <a:rPr lang="en-US" altLang="ja-JP" smtClean="0"/>
              <a:t>© 2023 JR East Consultants Company</a:t>
            </a:r>
            <a:endParaRPr lang="ja-JP" altLang="en-US" dirty="0"/>
          </a:p>
        </p:txBody>
      </p:sp>
      <p:sp>
        <p:nvSpPr>
          <p:cNvPr id="5" name="Slide Number Placeholder 4"/>
          <p:cNvSpPr>
            <a:spLocks noGrp="1"/>
          </p:cNvSpPr>
          <p:nvPr>
            <p:ph type="sldNum" sz="quarter" idx="12"/>
          </p:nvPr>
        </p:nvSpPr>
        <p:spPr/>
        <p:txBody>
          <a:bodyPr/>
          <a:lstStyle/>
          <a:p>
            <a:fld id="{B6EA2EF4-16CC-4E8C-B4E7-CE7586DCE940}" type="slidenum">
              <a:rPr kumimoji="1" lang="ja-JP" altLang="en-US" smtClean="0"/>
              <a:t>‹#›</a:t>
            </a:fld>
            <a:endParaRPr kumimoji="1" lang="ja-JP" altLang="en-US"/>
          </a:p>
        </p:txBody>
      </p:sp>
    </p:spTree>
    <p:extLst>
      <p:ext uri="{BB962C8B-B14F-4D97-AF65-F5344CB8AC3E}">
        <p14:creationId xmlns:p14="http://schemas.microsoft.com/office/powerpoint/2010/main" val="406083873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Content Placeholder 2"/>
          <p:cNvSpPr>
            <a:spLocks noGrp="1"/>
          </p:cNvSpPr>
          <p:nvPr>
            <p:ph idx="1"/>
          </p:nvPr>
        </p:nvSpPr>
        <p:spPr/>
        <p:txBody>
          <a:bodyPr/>
          <a:lstStyle/>
          <a:p>
            <a:pPr lvl="0"/>
            <a:r>
              <a:rPr lang="ja-JP" altLang="en-US" dirty="0" smtClean="0"/>
              <a:t>マスター テキストの書式設定</a:t>
            </a:r>
          </a:p>
          <a:p>
            <a:pPr lvl="1"/>
            <a:r>
              <a:rPr lang="ja-JP" altLang="en-US" dirty="0" smtClean="0"/>
              <a:t>第 </a:t>
            </a:r>
            <a:r>
              <a:rPr lang="en-US" altLang="ja-JP" dirty="0" smtClean="0"/>
              <a:t>2 </a:t>
            </a:r>
            <a:r>
              <a:rPr lang="ja-JP" altLang="en-US" dirty="0" smtClean="0"/>
              <a:t>レベル</a:t>
            </a:r>
          </a:p>
          <a:p>
            <a:pPr lvl="2"/>
            <a:r>
              <a:rPr lang="ja-JP" altLang="en-US" dirty="0" smtClean="0"/>
              <a:t>第 </a:t>
            </a:r>
            <a:r>
              <a:rPr lang="en-US" altLang="ja-JP" dirty="0" smtClean="0"/>
              <a:t>3 </a:t>
            </a:r>
            <a:r>
              <a:rPr lang="ja-JP" altLang="en-US" dirty="0" smtClean="0"/>
              <a:t>レベル</a:t>
            </a:r>
          </a:p>
          <a:p>
            <a:pPr lvl="3"/>
            <a:r>
              <a:rPr lang="ja-JP" altLang="en-US" dirty="0" smtClean="0"/>
              <a:t>第 </a:t>
            </a:r>
            <a:r>
              <a:rPr lang="en-US" altLang="ja-JP" dirty="0" smtClean="0"/>
              <a:t>4 </a:t>
            </a:r>
            <a:r>
              <a:rPr lang="ja-JP" altLang="en-US" dirty="0" smtClean="0"/>
              <a:t>レベル</a:t>
            </a:r>
          </a:p>
          <a:p>
            <a:pPr lvl="4"/>
            <a:r>
              <a:rPr lang="ja-JP" altLang="en-US" dirty="0" smtClean="0"/>
              <a:t>第 </a:t>
            </a:r>
            <a:r>
              <a:rPr lang="en-US" altLang="ja-JP" dirty="0" smtClean="0"/>
              <a:t>5 </a:t>
            </a:r>
            <a:r>
              <a:rPr lang="ja-JP" altLang="en-US" dirty="0" smtClean="0"/>
              <a:t>レベル</a:t>
            </a:r>
            <a:endParaRPr lang="en-US" dirty="0"/>
          </a:p>
        </p:txBody>
      </p:sp>
      <p:sp>
        <p:nvSpPr>
          <p:cNvPr id="4" name="Date Placeholder 3"/>
          <p:cNvSpPr>
            <a:spLocks noGrp="1"/>
          </p:cNvSpPr>
          <p:nvPr>
            <p:ph type="dt" sz="half" idx="10"/>
          </p:nvPr>
        </p:nvSpPr>
        <p:spPr/>
        <p:txBody>
          <a:bodyPr/>
          <a:lstStyle/>
          <a:p>
            <a:r>
              <a:rPr kumimoji="1" lang="en-US" altLang="ja-JP" smtClean="0"/>
              <a:t>2023/10/10</a:t>
            </a:r>
            <a:endParaRPr kumimoji="1" lang="ja-JP" altLang="en-US"/>
          </a:p>
        </p:txBody>
      </p:sp>
      <p:sp>
        <p:nvSpPr>
          <p:cNvPr id="5" name="Footer Placeholder 4"/>
          <p:cNvSpPr>
            <a:spLocks noGrp="1"/>
          </p:cNvSpPr>
          <p:nvPr>
            <p:ph type="ftr" sz="quarter" idx="11"/>
          </p:nvPr>
        </p:nvSpPr>
        <p:spPr/>
        <p:txBody>
          <a:bodyPr/>
          <a:lstStyle/>
          <a:p>
            <a:r>
              <a:rPr lang="en-US" altLang="ja-JP" smtClean="0"/>
              <a:t>© 2023 JR East Consultants Company</a:t>
            </a:r>
            <a:endParaRPr lang="ja-JP" altLang="en-US" dirty="0"/>
          </a:p>
        </p:txBody>
      </p:sp>
      <p:sp>
        <p:nvSpPr>
          <p:cNvPr id="6" name="Slide Number Placeholder 5"/>
          <p:cNvSpPr>
            <a:spLocks noGrp="1"/>
          </p:cNvSpPr>
          <p:nvPr>
            <p:ph type="sldNum" sz="quarter" idx="12"/>
          </p:nvPr>
        </p:nvSpPr>
        <p:spPr/>
        <p:txBody>
          <a:bodyPr/>
          <a:lstStyle/>
          <a:p>
            <a:fld id="{B6EA2EF4-16CC-4E8C-B4E7-CE7586DCE940}" type="slidenum">
              <a:rPr kumimoji="1" lang="ja-JP" altLang="en-US" smtClean="0"/>
              <a:t>‹#›</a:t>
            </a:fld>
            <a:endParaRPr kumimoji="1" lang="ja-JP" altLang="en-US"/>
          </a:p>
        </p:txBody>
      </p:sp>
    </p:spTree>
    <p:extLst>
      <p:ext uri="{BB962C8B-B14F-4D97-AF65-F5344CB8AC3E}">
        <p14:creationId xmlns:p14="http://schemas.microsoft.com/office/powerpoint/2010/main" val="166424019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529839" y="365117"/>
            <a:ext cx="10825549" cy="399579"/>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538348" y="808172"/>
            <a:ext cx="5470566" cy="378903"/>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dirty="0" smtClean="0"/>
              <a:t>マスター テキストの書式設定</a:t>
            </a:r>
          </a:p>
        </p:txBody>
      </p:sp>
      <p:sp>
        <p:nvSpPr>
          <p:cNvPr id="4" name="コンテンツ プレースホルダー 3"/>
          <p:cNvSpPr>
            <a:spLocks noGrp="1"/>
          </p:cNvSpPr>
          <p:nvPr>
            <p:ph sz="half" idx="2"/>
          </p:nvPr>
        </p:nvSpPr>
        <p:spPr>
          <a:xfrm>
            <a:off x="538348" y="1260552"/>
            <a:ext cx="5470566" cy="5301022"/>
          </a:xfrm>
        </p:spPr>
        <p:txBody>
          <a:bodyPr>
            <a:normAutofit/>
          </a:bodyPr>
          <a:lstStyle>
            <a:lvl1pPr>
              <a:defRPr sz="2000"/>
            </a:lvl1pPr>
            <a:lvl2pPr>
              <a:defRPr sz="1800"/>
            </a:lvl2pPr>
            <a:lvl3pPr>
              <a:defRPr sz="1600"/>
            </a:lvl3pPr>
            <a:lvl4pPr>
              <a:defRPr sz="1400"/>
            </a:lvl4pPr>
            <a:lvl5pPr>
              <a:defRPr sz="1400"/>
            </a:lvl5pPr>
          </a:lstStyle>
          <a:p>
            <a:pPr lvl="0"/>
            <a:r>
              <a:rPr kumimoji="1" lang="ja-JP" altLang="en-US" dirty="0" smtClean="0"/>
              <a:t>マスター テキストの書式設定</a:t>
            </a:r>
          </a:p>
          <a:p>
            <a:pPr lvl="1"/>
            <a:r>
              <a:rPr kumimoji="1" lang="ja-JP" altLang="en-US" dirty="0" smtClean="0"/>
              <a:t>第 </a:t>
            </a:r>
            <a:r>
              <a:rPr kumimoji="1" lang="en-US" altLang="ja-JP" dirty="0" smtClean="0"/>
              <a:t>2 </a:t>
            </a:r>
            <a:r>
              <a:rPr kumimoji="1" lang="ja-JP" altLang="en-US" dirty="0" smtClean="0"/>
              <a:t>レベル</a:t>
            </a:r>
          </a:p>
          <a:p>
            <a:pPr lvl="2"/>
            <a:r>
              <a:rPr kumimoji="1" lang="ja-JP" altLang="en-US" dirty="0" smtClean="0"/>
              <a:t>第 </a:t>
            </a:r>
            <a:r>
              <a:rPr kumimoji="1" lang="en-US" altLang="ja-JP" dirty="0" smtClean="0"/>
              <a:t>3 </a:t>
            </a:r>
            <a:r>
              <a:rPr kumimoji="1" lang="ja-JP" altLang="en-US" dirty="0" smtClean="0"/>
              <a:t>レベル</a:t>
            </a:r>
          </a:p>
          <a:p>
            <a:pPr lvl="3"/>
            <a:r>
              <a:rPr kumimoji="1" lang="ja-JP" altLang="en-US" dirty="0" smtClean="0"/>
              <a:t>第 </a:t>
            </a:r>
            <a:r>
              <a:rPr kumimoji="1" lang="en-US" altLang="ja-JP" dirty="0" smtClean="0"/>
              <a:t>4 </a:t>
            </a:r>
            <a:r>
              <a:rPr kumimoji="1" lang="ja-JP" altLang="en-US" dirty="0" smtClean="0"/>
              <a:t>レベル</a:t>
            </a:r>
          </a:p>
          <a:p>
            <a:pPr lvl="4"/>
            <a:r>
              <a:rPr kumimoji="1" lang="ja-JP" altLang="en-US" dirty="0" smtClean="0"/>
              <a:t>第 </a:t>
            </a:r>
            <a:r>
              <a:rPr kumimoji="1" lang="en-US" altLang="ja-JP" dirty="0" smtClean="0"/>
              <a:t>5 </a:t>
            </a:r>
            <a:r>
              <a:rPr kumimoji="1" lang="ja-JP" altLang="en-US" dirty="0" smtClean="0"/>
              <a:t>レベル</a:t>
            </a:r>
            <a:endParaRPr kumimoji="1" lang="ja-JP" altLang="en-US" dirty="0"/>
          </a:p>
        </p:txBody>
      </p:sp>
      <p:sp>
        <p:nvSpPr>
          <p:cNvPr id="7" name="日付プレースホルダー 6"/>
          <p:cNvSpPr>
            <a:spLocks noGrp="1"/>
          </p:cNvSpPr>
          <p:nvPr>
            <p:ph type="dt" sz="half" idx="10"/>
          </p:nvPr>
        </p:nvSpPr>
        <p:spPr/>
        <p:txBody>
          <a:bodyPr/>
          <a:lstStyle/>
          <a:p>
            <a:r>
              <a:rPr kumimoji="1" lang="en-US" altLang="ja-JP" smtClean="0"/>
              <a:t>2023/10/10</a:t>
            </a:r>
            <a:endParaRPr kumimoji="1" lang="ja-JP" altLang="en-US"/>
          </a:p>
        </p:txBody>
      </p:sp>
      <p:sp>
        <p:nvSpPr>
          <p:cNvPr id="8" name="フッター プレースホルダー 7"/>
          <p:cNvSpPr>
            <a:spLocks noGrp="1"/>
          </p:cNvSpPr>
          <p:nvPr>
            <p:ph type="ftr" sz="quarter" idx="11"/>
          </p:nvPr>
        </p:nvSpPr>
        <p:spPr/>
        <p:txBody>
          <a:bodyPr/>
          <a:lstStyle/>
          <a:p>
            <a:r>
              <a:rPr kumimoji="1" lang="en-US" altLang="ja-JP" smtClean="0"/>
              <a:t>© 2023 JR East Consultants Company</a:t>
            </a:r>
            <a:endParaRPr kumimoji="1" lang="ja-JP" altLang="en-US"/>
          </a:p>
        </p:txBody>
      </p:sp>
      <p:sp>
        <p:nvSpPr>
          <p:cNvPr id="9" name="スライド番号プレースホルダー 8"/>
          <p:cNvSpPr>
            <a:spLocks noGrp="1"/>
          </p:cNvSpPr>
          <p:nvPr>
            <p:ph type="sldNum" sz="quarter" idx="12"/>
          </p:nvPr>
        </p:nvSpPr>
        <p:spPr/>
        <p:txBody>
          <a:bodyPr/>
          <a:lstStyle/>
          <a:p>
            <a:fld id="{9D88DD74-7C3C-4364-B047-780CFD5CB31C}" type="slidenum">
              <a:rPr kumimoji="1" lang="ja-JP" altLang="en-US" smtClean="0"/>
              <a:t>‹#›</a:t>
            </a:fld>
            <a:endParaRPr kumimoji="1" lang="ja-JP" altLang="en-US"/>
          </a:p>
        </p:txBody>
      </p:sp>
      <p:sp>
        <p:nvSpPr>
          <p:cNvPr id="12" name="テキスト プレースホルダー 2"/>
          <p:cNvSpPr>
            <a:spLocks noGrp="1"/>
          </p:cNvSpPr>
          <p:nvPr>
            <p:ph type="body" idx="13"/>
          </p:nvPr>
        </p:nvSpPr>
        <p:spPr>
          <a:xfrm>
            <a:off x="6235764" y="808172"/>
            <a:ext cx="5470566" cy="378903"/>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dirty="0" smtClean="0"/>
              <a:t>マスター テキストの書式設定</a:t>
            </a:r>
          </a:p>
        </p:txBody>
      </p:sp>
      <p:sp>
        <p:nvSpPr>
          <p:cNvPr id="13" name="コンテンツ プレースホルダー 3"/>
          <p:cNvSpPr>
            <a:spLocks noGrp="1"/>
          </p:cNvSpPr>
          <p:nvPr>
            <p:ph sz="half" idx="14"/>
          </p:nvPr>
        </p:nvSpPr>
        <p:spPr>
          <a:xfrm>
            <a:off x="6235764" y="1260552"/>
            <a:ext cx="5470566" cy="5301022"/>
          </a:xfrm>
        </p:spPr>
        <p:txBody>
          <a:bodyPr>
            <a:normAutofit/>
          </a:bodyPr>
          <a:lstStyle>
            <a:lvl1pPr>
              <a:defRPr sz="2000"/>
            </a:lvl1pPr>
            <a:lvl2pPr>
              <a:defRPr sz="1800"/>
            </a:lvl2pPr>
            <a:lvl3pPr>
              <a:defRPr sz="1600"/>
            </a:lvl3pPr>
            <a:lvl4pPr>
              <a:defRPr sz="1400"/>
            </a:lvl4pPr>
            <a:lvl5pPr>
              <a:defRPr sz="1400"/>
            </a:lvl5pPr>
          </a:lstStyle>
          <a:p>
            <a:pPr lvl="0"/>
            <a:r>
              <a:rPr kumimoji="1" lang="ja-JP" altLang="en-US" dirty="0" smtClean="0"/>
              <a:t>マスター テキストの書式設定</a:t>
            </a:r>
          </a:p>
          <a:p>
            <a:pPr lvl="1"/>
            <a:r>
              <a:rPr kumimoji="1" lang="ja-JP" altLang="en-US" dirty="0" smtClean="0"/>
              <a:t>第 </a:t>
            </a:r>
            <a:r>
              <a:rPr kumimoji="1" lang="en-US" altLang="ja-JP" dirty="0" smtClean="0"/>
              <a:t>2 </a:t>
            </a:r>
            <a:r>
              <a:rPr kumimoji="1" lang="ja-JP" altLang="en-US" dirty="0" smtClean="0"/>
              <a:t>レベル</a:t>
            </a:r>
          </a:p>
          <a:p>
            <a:pPr lvl="2"/>
            <a:r>
              <a:rPr kumimoji="1" lang="ja-JP" altLang="en-US" dirty="0" smtClean="0"/>
              <a:t>第 </a:t>
            </a:r>
            <a:r>
              <a:rPr kumimoji="1" lang="en-US" altLang="ja-JP" dirty="0" smtClean="0"/>
              <a:t>3 </a:t>
            </a:r>
            <a:r>
              <a:rPr kumimoji="1" lang="ja-JP" altLang="en-US" dirty="0" smtClean="0"/>
              <a:t>レベル</a:t>
            </a:r>
          </a:p>
          <a:p>
            <a:pPr lvl="3"/>
            <a:r>
              <a:rPr kumimoji="1" lang="ja-JP" altLang="en-US" dirty="0" smtClean="0"/>
              <a:t>第 </a:t>
            </a:r>
            <a:r>
              <a:rPr kumimoji="1" lang="en-US" altLang="ja-JP" dirty="0" smtClean="0"/>
              <a:t>4 </a:t>
            </a:r>
            <a:r>
              <a:rPr kumimoji="1" lang="ja-JP" altLang="en-US" dirty="0" smtClean="0"/>
              <a:t>レベル</a:t>
            </a:r>
          </a:p>
          <a:p>
            <a:pPr lvl="4"/>
            <a:r>
              <a:rPr kumimoji="1" lang="ja-JP" altLang="en-US" dirty="0" smtClean="0"/>
              <a:t>第 </a:t>
            </a:r>
            <a:r>
              <a:rPr kumimoji="1" lang="en-US" altLang="ja-JP" dirty="0" smtClean="0"/>
              <a:t>5 </a:t>
            </a:r>
            <a:r>
              <a:rPr kumimoji="1" lang="ja-JP" altLang="en-US" dirty="0" smtClean="0"/>
              <a:t>レベル</a:t>
            </a:r>
            <a:endParaRPr kumimoji="1" lang="ja-JP" altLang="en-US" dirty="0"/>
          </a:p>
        </p:txBody>
      </p:sp>
    </p:spTree>
    <p:extLst>
      <p:ext uri="{BB962C8B-B14F-4D97-AF65-F5344CB8AC3E}">
        <p14:creationId xmlns:p14="http://schemas.microsoft.com/office/powerpoint/2010/main" val="377846064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kumimoji="1" lang="en-US" altLang="ja-JP" smtClean="0"/>
              <a:t>2023/10/10</a:t>
            </a:r>
            <a:endParaRPr kumimoji="1" lang="ja-JP" altLang="en-US"/>
          </a:p>
        </p:txBody>
      </p:sp>
      <p:sp>
        <p:nvSpPr>
          <p:cNvPr id="3" name="Footer Placeholder 2"/>
          <p:cNvSpPr>
            <a:spLocks noGrp="1"/>
          </p:cNvSpPr>
          <p:nvPr>
            <p:ph type="ftr" sz="quarter" idx="11"/>
          </p:nvPr>
        </p:nvSpPr>
        <p:spPr/>
        <p:txBody>
          <a:bodyPr/>
          <a:lstStyle/>
          <a:p>
            <a:r>
              <a:rPr lang="en-US" altLang="ja-JP" smtClean="0"/>
              <a:t>© 2023 JR East Consultants Company</a:t>
            </a:r>
            <a:endParaRPr lang="ja-JP" altLang="en-US" dirty="0"/>
          </a:p>
        </p:txBody>
      </p:sp>
      <p:sp>
        <p:nvSpPr>
          <p:cNvPr id="4" name="Slide Number Placeholder 3"/>
          <p:cNvSpPr>
            <a:spLocks noGrp="1"/>
          </p:cNvSpPr>
          <p:nvPr>
            <p:ph type="sldNum" sz="quarter" idx="12"/>
          </p:nvPr>
        </p:nvSpPr>
        <p:spPr/>
        <p:txBody>
          <a:bodyPr/>
          <a:lstStyle/>
          <a:p>
            <a:fld id="{B6EA2EF4-16CC-4E8C-B4E7-CE7586DCE940}" type="slidenum">
              <a:rPr kumimoji="1" lang="ja-JP" altLang="en-US" smtClean="0"/>
              <a:t>‹#›</a:t>
            </a:fld>
            <a:endParaRPr kumimoji="1" lang="ja-JP" altLang="en-US"/>
          </a:p>
        </p:txBody>
      </p:sp>
    </p:spTree>
    <p:extLst>
      <p:ext uri="{BB962C8B-B14F-4D97-AF65-F5344CB8AC3E}">
        <p14:creationId xmlns:p14="http://schemas.microsoft.com/office/powerpoint/2010/main" val="269381831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正方形/長方形 6"/>
          <p:cNvSpPr/>
          <p:nvPr userDrawn="1"/>
        </p:nvSpPr>
        <p:spPr>
          <a:xfrm>
            <a:off x="0" y="6604000"/>
            <a:ext cx="12192000" cy="250825"/>
          </a:xfrm>
          <a:prstGeom prst="rect">
            <a:avLst/>
          </a:prstGeom>
          <a:gradFill flip="none" rotWithShape="1">
            <a:gsLst>
              <a:gs pos="0">
                <a:srgbClr val="E34C16">
                  <a:shade val="30000"/>
                  <a:satMod val="115000"/>
                </a:srgbClr>
              </a:gs>
              <a:gs pos="50000">
                <a:srgbClr val="E34C16">
                  <a:shade val="67500"/>
                  <a:satMod val="115000"/>
                </a:srgbClr>
              </a:gs>
              <a:gs pos="100000">
                <a:srgbClr val="E34C16">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58444" tIns="29223" rIns="58444" bIns="29223" rtlCol="0" anchor="ctr"/>
          <a:lstStyle/>
          <a:p>
            <a:pPr algn="ctr"/>
            <a:endParaRPr kumimoji="1" lang="ja-JP" altLang="en-US" sz="1351">
              <a:latin typeface="Meiryo UI" panose="020B0604030504040204" pitchFamily="50" charset="-128"/>
              <a:ea typeface="Meiryo UI" panose="020B0604030504040204" pitchFamily="50" charset="-128"/>
            </a:endParaRPr>
          </a:p>
        </p:txBody>
      </p:sp>
      <p:sp>
        <p:nvSpPr>
          <p:cNvPr id="2" name="Title Placeholder 1"/>
          <p:cNvSpPr>
            <a:spLocks noGrp="1"/>
          </p:cNvSpPr>
          <p:nvPr>
            <p:ph type="title"/>
          </p:nvPr>
        </p:nvSpPr>
        <p:spPr>
          <a:xfrm>
            <a:off x="529839" y="365117"/>
            <a:ext cx="10834546" cy="399579"/>
          </a:xfrm>
          <a:prstGeom prst="rect">
            <a:avLst/>
          </a:prstGeom>
        </p:spPr>
        <p:txBody>
          <a:bodyPr vert="horz" lIns="91440" tIns="45720" rIns="91440" bIns="45720" rtlCol="0" anchor="ctr">
            <a:normAutofit/>
          </a:bodyPr>
          <a:lstStyle/>
          <a:p>
            <a:r>
              <a:rPr lang="ja-JP" altLang="en-US" dirty="0" smtClean="0"/>
              <a:t>マスター タイトルの書式設定</a:t>
            </a:r>
            <a:endParaRPr lang="en-US" dirty="0"/>
          </a:p>
        </p:txBody>
      </p:sp>
      <p:sp>
        <p:nvSpPr>
          <p:cNvPr id="3" name="Text Placeholder 2"/>
          <p:cNvSpPr>
            <a:spLocks noGrp="1"/>
          </p:cNvSpPr>
          <p:nvPr>
            <p:ph type="body" idx="1"/>
          </p:nvPr>
        </p:nvSpPr>
        <p:spPr>
          <a:xfrm>
            <a:off x="529839" y="941256"/>
            <a:ext cx="11326641" cy="5519365"/>
          </a:xfrm>
          <a:prstGeom prst="rect">
            <a:avLst/>
          </a:prstGeom>
        </p:spPr>
        <p:txBody>
          <a:bodyPr vert="horz" lIns="91440" tIns="45720" rIns="91440" bIns="45720" rtlCol="0">
            <a:normAutofit/>
          </a:bodyPr>
          <a:lstStyle/>
          <a:p>
            <a:pPr lvl="0"/>
            <a:r>
              <a:rPr lang="ja-JP" altLang="en-US" dirty="0" smtClean="0"/>
              <a:t>マスター テキストの書式設定</a:t>
            </a:r>
          </a:p>
          <a:p>
            <a:pPr lvl="1"/>
            <a:r>
              <a:rPr lang="ja-JP" altLang="en-US" dirty="0" smtClean="0"/>
              <a:t>第 </a:t>
            </a:r>
            <a:r>
              <a:rPr lang="en-US" altLang="ja-JP" dirty="0" smtClean="0"/>
              <a:t>2 </a:t>
            </a:r>
            <a:r>
              <a:rPr lang="ja-JP" altLang="en-US" dirty="0" smtClean="0"/>
              <a:t>レベル</a:t>
            </a:r>
          </a:p>
          <a:p>
            <a:pPr lvl="2"/>
            <a:r>
              <a:rPr lang="ja-JP" altLang="en-US" dirty="0" smtClean="0"/>
              <a:t>第 </a:t>
            </a:r>
            <a:r>
              <a:rPr lang="en-US" altLang="ja-JP" dirty="0" smtClean="0"/>
              <a:t>3 </a:t>
            </a:r>
            <a:r>
              <a:rPr lang="ja-JP" altLang="en-US" dirty="0" smtClean="0"/>
              <a:t>レベル</a:t>
            </a:r>
          </a:p>
          <a:p>
            <a:pPr lvl="3"/>
            <a:r>
              <a:rPr lang="ja-JP" altLang="en-US" dirty="0" smtClean="0"/>
              <a:t>第 </a:t>
            </a:r>
            <a:r>
              <a:rPr lang="en-US" altLang="ja-JP" dirty="0" smtClean="0"/>
              <a:t>4 </a:t>
            </a:r>
            <a:r>
              <a:rPr lang="ja-JP" altLang="en-US" dirty="0" smtClean="0"/>
              <a:t>レベル</a:t>
            </a:r>
          </a:p>
          <a:p>
            <a:pPr lvl="4"/>
            <a:r>
              <a:rPr lang="ja-JP" altLang="en-US" dirty="0" smtClean="0"/>
              <a:t>第 </a:t>
            </a:r>
            <a:r>
              <a:rPr lang="en-US" altLang="ja-JP" dirty="0" smtClean="0"/>
              <a:t>5 </a:t>
            </a:r>
            <a:r>
              <a:rPr lang="ja-JP" altLang="en-US" dirty="0" smtClean="0"/>
              <a:t>レベル</a:t>
            </a:r>
            <a:endParaRPr lang="en-US" dirty="0"/>
          </a:p>
        </p:txBody>
      </p:sp>
      <p:sp>
        <p:nvSpPr>
          <p:cNvPr id="4" name="Date Placeholder 3"/>
          <p:cNvSpPr>
            <a:spLocks noGrp="1"/>
          </p:cNvSpPr>
          <p:nvPr>
            <p:ph type="dt" sz="half" idx="2"/>
          </p:nvPr>
        </p:nvSpPr>
        <p:spPr>
          <a:xfrm>
            <a:off x="239039" y="6622964"/>
            <a:ext cx="1136833" cy="212896"/>
          </a:xfrm>
          <a:prstGeom prst="rect">
            <a:avLst/>
          </a:prstGeom>
        </p:spPr>
        <p:txBody>
          <a:bodyPr vert="horz" lIns="91440" tIns="45720" rIns="91440" bIns="45720" rtlCol="0" anchor="ctr"/>
          <a:lstStyle>
            <a:lvl1pPr algn="l">
              <a:defRPr sz="1000">
                <a:solidFill>
                  <a:schemeClr val="bg1"/>
                </a:solidFill>
                <a:latin typeface="Meiryo UI" panose="020B0604030504040204" pitchFamily="50" charset="-128"/>
                <a:ea typeface="Meiryo UI" panose="020B0604030504040204" pitchFamily="50" charset="-128"/>
              </a:defRPr>
            </a:lvl1pPr>
          </a:lstStyle>
          <a:p>
            <a:r>
              <a:rPr lang="en-US" altLang="ja-JP" smtClean="0"/>
              <a:t>2023/10/10</a:t>
            </a:r>
            <a:endParaRPr lang="ja-JP" altLang="en-US" dirty="0"/>
          </a:p>
        </p:txBody>
      </p:sp>
      <p:sp>
        <p:nvSpPr>
          <p:cNvPr id="5" name="Footer Placeholder 4"/>
          <p:cNvSpPr>
            <a:spLocks noGrp="1"/>
          </p:cNvSpPr>
          <p:nvPr>
            <p:ph type="ftr" sz="quarter" idx="3"/>
          </p:nvPr>
        </p:nvSpPr>
        <p:spPr>
          <a:xfrm>
            <a:off x="4722019" y="6622964"/>
            <a:ext cx="2747962" cy="212896"/>
          </a:xfrm>
          <a:prstGeom prst="rect">
            <a:avLst/>
          </a:prstGeom>
        </p:spPr>
        <p:txBody>
          <a:bodyPr vert="horz" lIns="91440" tIns="45720" rIns="91440" bIns="45720" rtlCol="0" anchor="ctr"/>
          <a:lstStyle>
            <a:lvl1pPr algn="ctr">
              <a:defRPr sz="1000">
                <a:solidFill>
                  <a:schemeClr val="bg1"/>
                </a:solidFill>
                <a:latin typeface="Meiryo UI" panose="020B0604030504040204" pitchFamily="50" charset="-128"/>
                <a:ea typeface="Meiryo UI" panose="020B0604030504040204" pitchFamily="50" charset="-128"/>
              </a:defRPr>
            </a:lvl1pPr>
          </a:lstStyle>
          <a:p>
            <a:r>
              <a:rPr lang="en-US" altLang="ja-JP" dirty="0" smtClean="0">
                <a:cs typeface="メイリオ" panose="020B0604030504040204" pitchFamily="50" charset="-128"/>
              </a:rPr>
              <a:t>©</a:t>
            </a:r>
            <a:r>
              <a:rPr lang="ja-JP" altLang="en-US" dirty="0" smtClean="0">
                <a:cs typeface="メイリオ" panose="020B0604030504040204" pitchFamily="50" charset="-128"/>
              </a:rPr>
              <a:t> </a:t>
            </a:r>
            <a:r>
              <a:rPr lang="en-US" altLang="ja-JP" dirty="0" smtClean="0">
                <a:cs typeface="メイリオ" panose="020B0604030504040204" pitchFamily="50" charset="-128"/>
              </a:rPr>
              <a:t>2023</a:t>
            </a:r>
            <a:r>
              <a:rPr lang="ja-JP" altLang="en-US" dirty="0" smtClean="0">
                <a:cs typeface="メイリオ" panose="020B0604030504040204" pitchFamily="50" charset="-128"/>
              </a:rPr>
              <a:t> </a:t>
            </a:r>
            <a:r>
              <a:rPr lang="en-US" altLang="ja-JP" dirty="0" smtClean="0">
                <a:cs typeface="メイリオ" panose="020B0604030504040204" pitchFamily="50" charset="-128"/>
              </a:rPr>
              <a:t>JR East Consultants Company</a:t>
            </a:r>
            <a:endParaRPr lang="en-US" altLang="ja-JP" dirty="0">
              <a:cs typeface="メイリオ" panose="020B0604030504040204" pitchFamily="50" charset="-128"/>
            </a:endParaRPr>
          </a:p>
        </p:txBody>
      </p:sp>
      <p:sp>
        <p:nvSpPr>
          <p:cNvPr id="6" name="Slide Number Placeholder 5"/>
          <p:cNvSpPr>
            <a:spLocks noGrp="1"/>
          </p:cNvSpPr>
          <p:nvPr>
            <p:ph type="sldNum" sz="quarter" idx="4"/>
          </p:nvPr>
        </p:nvSpPr>
        <p:spPr>
          <a:xfrm>
            <a:off x="11309351" y="6622964"/>
            <a:ext cx="547130" cy="212896"/>
          </a:xfrm>
          <a:prstGeom prst="rect">
            <a:avLst/>
          </a:prstGeom>
        </p:spPr>
        <p:txBody>
          <a:bodyPr vert="horz" lIns="91440" tIns="45720" rIns="91440" bIns="45720" rtlCol="0" anchor="ctr"/>
          <a:lstStyle>
            <a:lvl1pPr algn="r">
              <a:defRPr sz="1000">
                <a:solidFill>
                  <a:schemeClr val="bg1"/>
                </a:solidFill>
                <a:latin typeface="Meiryo UI" panose="020B0604030504040204" pitchFamily="50" charset="-128"/>
                <a:ea typeface="Meiryo UI" panose="020B0604030504040204" pitchFamily="50" charset="-128"/>
              </a:defRPr>
            </a:lvl1pPr>
          </a:lstStyle>
          <a:p>
            <a:fld id="{B6EA2EF4-16CC-4E8C-B4E7-CE7586DCE940}" type="slidenum">
              <a:rPr lang="ja-JP" altLang="en-US" smtClean="0"/>
              <a:pPr/>
              <a:t>‹#›</a:t>
            </a:fld>
            <a:endParaRPr lang="ja-JP" altLang="en-US" dirty="0"/>
          </a:p>
        </p:txBody>
      </p:sp>
      <p:sp>
        <p:nvSpPr>
          <p:cNvPr id="8" name="Line 1"/>
          <p:cNvSpPr/>
          <p:nvPr userDrawn="1"/>
        </p:nvSpPr>
        <p:spPr>
          <a:xfrm>
            <a:off x="239040" y="764696"/>
            <a:ext cx="11617440" cy="0"/>
          </a:xfrm>
          <a:prstGeom prst="line">
            <a:avLst/>
          </a:prstGeom>
          <a:ln w="38100">
            <a:solidFill>
              <a:srgbClr val="E34C16"/>
            </a:solidFill>
            <a:round/>
          </a:ln>
        </p:spPr>
      </p:sp>
      <p:pic>
        <p:nvPicPr>
          <p:cNvPr id="11" name="図 10"/>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1422661" y="72500"/>
            <a:ext cx="635022" cy="635022"/>
          </a:xfrm>
          <a:prstGeom prst="round2SameRect">
            <a:avLst>
              <a:gd name="adj1" fmla="val 29393"/>
              <a:gd name="adj2" fmla="val 25356"/>
            </a:avLst>
          </a:prstGeom>
          <a:ln>
            <a:solidFill>
              <a:schemeClr val="bg1">
                <a:lumMod val="65000"/>
              </a:schemeClr>
            </a:solidFill>
          </a:ln>
        </p:spPr>
      </p:pic>
    </p:spTree>
    <p:extLst>
      <p:ext uri="{BB962C8B-B14F-4D97-AF65-F5344CB8AC3E}">
        <p14:creationId xmlns:p14="http://schemas.microsoft.com/office/powerpoint/2010/main" val="2092885700"/>
      </p:ext>
    </p:extLst>
  </p:cSld>
  <p:clrMap bg1="lt1" tx1="dk1" bg2="lt2" tx2="dk2" accent1="accent1" accent2="accent2" accent3="accent3" accent4="accent4" accent5="accent5" accent6="accent6" hlink="hlink" folHlink="folHlink"/>
  <p:sldLayoutIdLst>
    <p:sldLayoutId id="2147483673" r:id="rId1"/>
    <p:sldLayoutId id="2147483678" r:id="rId2"/>
    <p:sldLayoutId id="2147483674" r:id="rId3"/>
    <p:sldLayoutId id="2147483692" r:id="rId4"/>
    <p:sldLayoutId id="2147483679" r:id="rId5"/>
  </p:sldLayoutIdLst>
  <p:timing>
    <p:tnLst>
      <p:par>
        <p:cTn id="1" dur="indefinite" restart="never" nodeType="tmRoot"/>
      </p:par>
    </p:tnLst>
  </p:timing>
  <p:hf hdr="0"/>
  <p:txStyles>
    <p:titleStyle>
      <a:lvl1pPr algn="l" defTabSz="914400" rtl="0" eaLnBrk="1" latinLnBrk="0" hangingPunct="1">
        <a:lnSpc>
          <a:spcPct val="90000"/>
        </a:lnSpc>
        <a:spcBef>
          <a:spcPct val="0"/>
        </a:spcBef>
        <a:buNone/>
        <a:defRPr kumimoji="1" sz="20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4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ecomo.or.jp/barrierfree/pictogram/picto_001%E3%80%802021.html" TargetMode="External"/><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東京ステナビ　</a:t>
            </a:r>
            <a:r>
              <a:rPr kumimoji="1" lang="en-US" altLang="ja-JP" dirty="0" smtClean="0"/>
              <a:t>2023</a:t>
            </a:r>
            <a:r>
              <a:rPr kumimoji="1" lang="ja-JP" altLang="en-US" dirty="0" smtClean="0"/>
              <a:t>開発</a:t>
            </a:r>
            <a:endParaRPr kumimoji="1" lang="ja-JP" altLang="en-US" dirty="0"/>
          </a:p>
        </p:txBody>
      </p:sp>
      <p:sp>
        <p:nvSpPr>
          <p:cNvPr id="3" name="サブタイトル 2"/>
          <p:cNvSpPr>
            <a:spLocks noGrp="1"/>
          </p:cNvSpPr>
          <p:nvPr>
            <p:ph type="subTitle" idx="1"/>
          </p:nvPr>
        </p:nvSpPr>
        <p:spPr>
          <a:xfrm>
            <a:off x="1524000" y="3602038"/>
            <a:ext cx="9144000" cy="763228"/>
          </a:xfrm>
        </p:spPr>
        <p:txBody>
          <a:bodyPr>
            <a:normAutofit/>
          </a:bodyPr>
          <a:lstStyle/>
          <a:p>
            <a:r>
              <a:rPr kumimoji="1" lang="ja-JP" altLang="en-US" dirty="0" smtClean="0"/>
              <a:t>課題</a:t>
            </a:r>
            <a:r>
              <a:rPr kumimoji="1" lang="en-US" altLang="ja-JP" dirty="0" smtClean="0"/>
              <a:t>244</a:t>
            </a:r>
            <a:r>
              <a:rPr kumimoji="1" lang="ja-JP" altLang="en-US" dirty="0" smtClean="0"/>
              <a:t>　喫煙所アイコンの地図表示</a:t>
            </a:r>
            <a:endParaRPr kumimoji="1" lang="ja-JP" altLang="en-US" dirty="0"/>
          </a:p>
        </p:txBody>
      </p:sp>
      <p:sp>
        <p:nvSpPr>
          <p:cNvPr id="4" name="日付プレースホルダー 3"/>
          <p:cNvSpPr>
            <a:spLocks noGrp="1"/>
          </p:cNvSpPr>
          <p:nvPr>
            <p:ph type="dt" sz="half" idx="10"/>
          </p:nvPr>
        </p:nvSpPr>
        <p:spPr/>
        <p:txBody>
          <a:bodyPr/>
          <a:lstStyle/>
          <a:p>
            <a:r>
              <a:rPr kumimoji="1" lang="en-US" altLang="ja-JP" smtClean="0"/>
              <a:t>2023/10/10</a:t>
            </a:r>
            <a:endParaRPr kumimoji="1" lang="ja-JP" altLang="en-US" dirty="0"/>
          </a:p>
        </p:txBody>
      </p:sp>
      <p:sp>
        <p:nvSpPr>
          <p:cNvPr id="5" name="フッター プレースホルダー 4"/>
          <p:cNvSpPr>
            <a:spLocks noGrp="1"/>
          </p:cNvSpPr>
          <p:nvPr>
            <p:ph type="ftr" sz="quarter" idx="11"/>
          </p:nvPr>
        </p:nvSpPr>
        <p:spPr/>
        <p:txBody>
          <a:bodyPr/>
          <a:lstStyle/>
          <a:p>
            <a:r>
              <a:rPr lang="en-US" altLang="ja-JP" smtClean="0"/>
              <a:t>© 2023 JR East Consultants Company</a:t>
            </a:r>
            <a:endParaRPr lang="ja-JP" altLang="en-US" dirty="0"/>
          </a:p>
        </p:txBody>
      </p:sp>
      <p:sp>
        <p:nvSpPr>
          <p:cNvPr id="6" name="スライド番号プレースホルダー 5"/>
          <p:cNvSpPr>
            <a:spLocks noGrp="1"/>
          </p:cNvSpPr>
          <p:nvPr>
            <p:ph type="sldNum" sz="quarter" idx="12"/>
          </p:nvPr>
        </p:nvSpPr>
        <p:spPr/>
        <p:txBody>
          <a:bodyPr/>
          <a:lstStyle/>
          <a:p>
            <a:fld id="{B6EA2EF4-16CC-4E8C-B4E7-CE7586DCE940}" type="slidenum">
              <a:rPr kumimoji="1" lang="ja-JP" altLang="en-US" smtClean="0"/>
              <a:t>1</a:t>
            </a:fld>
            <a:endParaRPr kumimoji="1" lang="ja-JP" altLang="en-US"/>
          </a:p>
        </p:txBody>
      </p:sp>
      <p:sp>
        <p:nvSpPr>
          <p:cNvPr id="7" name="サブタイトル 2"/>
          <p:cNvSpPr txBox="1">
            <a:spLocks/>
          </p:cNvSpPr>
          <p:nvPr/>
        </p:nvSpPr>
        <p:spPr>
          <a:xfrm>
            <a:off x="1524000" y="5767661"/>
            <a:ext cx="9144000" cy="76322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kumimoji="1" sz="2000" kern="1200">
                <a:solidFill>
                  <a:schemeClr val="tx1"/>
                </a:solidFill>
                <a:latin typeface="Meiryo UI" panose="020B0604030504040204" pitchFamily="50" charset="-128"/>
                <a:ea typeface="Meiryo UI" panose="020B0604030504040204" pitchFamily="50" charset="-128"/>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eiryo UI" panose="020B0604030504040204" pitchFamily="50" charset="-128"/>
                <a:ea typeface="Meiryo UI" panose="020B0604030504040204" pitchFamily="50" charset="-128"/>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eiryo UI" panose="020B0604030504040204" pitchFamily="50" charset="-128"/>
                <a:ea typeface="Meiryo UI" panose="020B0604030504040204" pitchFamily="50" charset="-128"/>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eiryo UI" panose="020B0604030504040204" pitchFamily="50" charset="-128"/>
                <a:ea typeface="Meiryo UI" panose="020B0604030504040204" pitchFamily="50" charset="-128"/>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eiryo UI" panose="020B0604030504040204" pitchFamily="50" charset="-128"/>
                <a:ea typeface="Meiryo UI" panose="020B0604030504040204" pitchFamily="50" charset="-128"/>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en-US" altLang="ja-JP" sz="1600" dirty="0" smtClean="0"/>
              <a:t>2023</a:t>
            </a:r>
            <a:r>
              <a:rPr lang="ja-JP" altLang="en-US" sz="1600" dirty="0" smtClean="0"/>
              <a:t>年</a:t>
            </a:r>
            <a:r>
              <a:rPr lang="en-US" altLang="ja-JP" sz="1600" dirty="0"/>
              <a:t>10</a:t>
            </a:r>
            <a:r>
              <a:rPr lang="ja-JP" altLang="en-US" sz="1600" dirty="0" smtClean="0"/>
              <a:t>月</a:t>
            </a:r>
            <a:r>
              <a:rPr lang="en-US" altLang="ja-JP" sz="1600" dirty="0"/>
              <a:t>10</a:t>
            </a:r>
            <a:r>
              <a:rPr lang="ja-JP" altLang="en-US" sz="1600" dirty="0" smtClean="0"/>
              <a:t>日</a:t>
            </a:r>
            <a:endParaRPr lang="en-US" altLang="ja-JP" sz="1600" dirty="0" smtClean="0"/>
          </a:p>
          <a:p>
            <a:r>
              <a:rPr lang="en-US" altLang="ja-JP" sz="1600" dirty="0" smtClean="0"/>
              <a:t>JR</a:t>
            </a:r>
            <a:r>
              <a:rPr lang="ja-JP" altLang="en-US" sz="1600" dirty="0" smtClean="0"/>
              <a:t>東日本コンサルタンツ株式会社　</a:t>
            </a:r>
            <a:r>
              <a:rPr lang="en-US" altLang="ja-JP" sz="1600" dirty="0" smtClean="0"/>
              <a:t>ICT</a:t>
            </a:r>
            <a:r>
              <a:rPr lang="ja-JP" altLang="en-US" sz="1600" dirty="0" smtClean="0"/>
              <a:t>事業本部</a:t>
            </a:r>
            <a:endParaRPr lang="ja-JP" altLang="en-US" sz="1600" dirty="0"/>
          </a:p>
        </p:txBody>
      </p:sp>
    </p:spTree>
    <p:extLst>
      <p:ext uri="{BB962C8B-B14F-4D97-AF65-F5344CB8AC3E}">
        <p14:creationId xmlns:p14="http://schemas.microsoft.com/office/powerpoint/2010/main" val="1542841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検索ランキング上位「喫煙所」をもっと見やすく</a:t>
            </a:r>
            <a:endParaRPr kumimoji="1" lang="ja-JP" altLang="en-US" dirty="0"/>
          </a:p>
        </p:txBody>
      </p:sp>
      <p:sp>
        <p:nvSpPr>
          <p:cNvPr id="3" name="日付プレースホルダー 2"/>
          <p:cNvSpPr>
            <a:spLocks noGrp="1"/>
          </p:cNvSpPr>
          <p:nvPr>
            <p:ph type="dt" sz="half" idx="10"/>
          </p:nvPr>
        </p:nvSpPr>
        <p:spPr/>
        <p:txBody>
          <a:bodyPr/>
          <a:lstStyle/>
          <a:p>
            <a:r>
              <a:rPr kumimoji="1" lang="en-US" altLang="ja-JP" smtClean="0"/>
              <a:t>2023/10/10</a:t>
            </a:r>
            <a:endParaRPr kumimoji="1" lang="ja-JP" altLang="en-US"/>
          </a:p>
        </p:txBody>
      </p:sp>
      <p:sp>
        <p:nvSpPr>
          <p:cNvPr id="4" name="フッター プレースホルダー 3"/>
          <p:cNvSpPr>
            <a:spLocks noGrp="1"/>
          </p:cNvSpPr>
          <p:nvPr>
            <p:ph type="ftr" sz="quarter" idx="11"/>
          </p:nvPr>
        </p:nvSpPr>
        <p:spPr/>
        <p:txBody>
          <a:bodyPr/>
          <a:lstStyle/>
          <a:p>
            <a:r>
              <a:rPr lang="en-US" altLang="ja-JP" smtClean="0"/>
              <a:t>© 2023 JR East Consultants Company</a:t>
            </a:r>
            <a:endParaRPr lang="ja-JP" altLang="en-US" dirty="0"/>
          </a:p>
        </p:txBody>
      </p:sp>
      <p:sp>
        <p:nvSpPr>
          <p:cNvPr id="5" name="スライド番号プレースホルダー 4"/>
          <p:cNvSpPr>
            <a:spLocks noGrp="1"/>
          </p:cNvSpPr>
          <p:nvPr>
            <p:ph type="sldNum" sz="quarter" idx="12"/>
          </p:nvPr>
        </p:nvSpPr>
        <p:spPr/>
        <p:txBody>
          <a:bodyPr/>
          <a:lstStyle/>
          <a:p>
            <a:fld id="{B6EA2EF4-16CC-4E8C-B4E7-CE7586DCE940}" type="slidenum">
              <a:rPr kumimoji="1" lang="ja-JP" altLang="en-US" smtClean="0"/>
              <a:t>2</a:t>
            </a:fld>
            <a:endParaRPr kumimoji="1" lang="ja-JP" altLang="en-US"/>
          </a:p>
        </p:txBody>
      </p:sp>
      <p:sp>
        <p:nvSpPr>
          <p:cNvPr id="6" name="テキスト ボックス 5"/>
          <p:cNvSpPr txBox="1"/>
          <p:nvPr/>
        </p:nvSpPr>
        <p:spPr>
          <a:xfrm>
            <a:off x="432679" y="893498"/>
            <a:ext cx="11326642" cy="584775"/>
          </a:xfrm>
          <a:prstGeom prst="rect">
            <a:avLst/>
          </a:prstGeom>
          <a:noFill/>
        </p:spPr>
        <p:txBody>
          <a:bodyPr wrap="square" rtlCol="0">
            <a:spAutoFit/>
          </a:bodyPr>
          <a:lstStyle/>
          <a:p>
            <a:r>
              <a:rPr kumimoji="1" lang="ja-JP" altLang="en-US" sz="1600" dirty="0" smtClean="0">
                <a:latin typeface="Meiryo UI" panose="020B0604030504040204" pitchFamily="50" charset="-128"/>
                <a:ea typeface="Meiryo UI" panose="020B0604030504040204" pitchFamily="50" charset="-128"/>
              </a:rPr>
              <a:t>喫煙所は、検索ランキングで常に上位となっているにも関わらず、地図上にアイコンが表示されていない。</a:t>
            </a:r>
            <a:endParaRPr kumimoji="1" lang="en-US" altLang="ja-JP" sz="1600" dirty="0" smtClean="0">
              <a:latin typeface="Meiryo UI" panose="020B0604030504040204" pitchFamily="50" charset="-128"/>
              <a:ea typeface="Meiryo UI" panose="020B0604030504040204" pitchFamily="50" charset="-128"/>
            </a:endParaRPr>
          </a:p>
          <a:p>
            <a:r>
              <a:rPr kumimoji="1" lang="ja-JP" altLang="en-US" sz="1600" dirty="0" smtClean="0">
                <a:latin typeface="Meiryo UI" panose="020B0604030504040204" pitchFamily="50" charset="-128"/>
                <a:ea typeface="Meiryo UI" panose="020B0604030504040204" pitchFamily="50" charset="-128"/>
              </a:rPr>
              <a:t>ユーザが地図上からも見つけやすくするために、地図上に喫煙所のアイコンを表示したい。</a:t>
            </a:r>
            <a:endParaRPr kumimoji="1" lang="ja-JP" altLang="en-US" sz="1600" dirty="0">
              <a:latin typeface="Meiryo UI" panose="020B0604030504040204" pitchFamily="50" charset="-128"/>
              <a:ea typeface="Meiryo UI" panose="020B0604030504040204" pitchFamily="50" charset="-128"/>
            </a:endParaRPr>
          </a:p>
        </p:txBody>
      </p:sp>
      <p:pic>
        <p:nvPicPr>
          <p:cNvPr id="23" name="図 22"/>
          <p:cNvPicPr>
            <a:picLocks noChangeAspect="1"/>
          </p:cNvPicPr>
          <p:nvPr/>
        </p:nvPicPr>
        <p:blipFill>
          <a:blip r:embed="rId2"/>
          <a:stretch>
            <a:fillRect/>
          </a:stretch>
        </p:blipFill>
        <p:spPr>
          <a:xfrm>
            <a:off x="529839" y="1615094"/>
            <a:ext cx="5586289" cy="4488232"/>
          </a:xfrm>
          <a:prstGeom prst="rect">
            <a:avLst/>
          </a:prstGeom>
        </p:spPr>
      </p:pic>
      <p:sp>
        <p:nvSpPr>
          <p:cNvPr id="24" name="正方形/長方形 23"/>
          <p:cNvSpPr/>
          <p:nvPr/>
        </p:nvSpPr>
        <p:spPr>
          <a:xfrm>
            <a:off x="1771291" y="6240034"/>
            <a:ext cx="6096000" cy="246221"/>
          </a:xfrm>
          <a:prstGeom prst="rect">
            <a:avLst/>
          </a:prstGeom>
        </p:spPr>
        <p:txBody>
          <a:bodyPr>
            <a:spAutoFit/>
          </a:bodyPr>
          <a:lstStyle/>
          <a:p>
            <a:r>
              <a:rPr lang="en-US" altLang="ja-JP" sz="1000" dirty="0">
                <a:hlinkClick r:id="rId3"/>
              </a:rPr>
              <a:t>https://</a:t>
            </a:r>
            <a:r>
              <a:rPr lang="en-US" altLang="ja-JP" sz="1000" dirty="0" smtClean="0">
                <a:hlinkClick r:id="rId3"/>
              </a:rPr>
              <a:t>www.ecomo.or.jp/barrierfree/pictogram/picto_001%E3%80%802021.html</a:t>
            </a:r>
            <a:r>
              <a:rPr lang="ja-JP" altLang="en-US" sz="1000" dirty="0" smtClean="0"/>
              <a:t>　</a:t>
            </a:r>
            <a:endParaRPr lang="ja-JP" altLang="en-US" sz="1000" dirty="0"/>
          </a:p>
        </p:txBody>
      </p:sp>
      <p:sp>
        <p:nvSpPr>
          <p:cNvPr id="25" name="テキスト ボックス 24"/>
          <p:cNvSpPr txBox="1"/>
          <p:nvPr/>
        </p:nvSpPr>
        <p:spPr>
          <a:xfrm>
            <a:off x="6312521" y="1662665"/>
            <a:ext cx="5617811" cy="830997"/>
          </a:xfrm>
          <a:prstGeom prst="rect">
            <a:avLst/>
          </a:prstGeom>
          <a:noFill/>
        </p:spPr>
        <p:txBody>
          <a:bodyPr wrap="square" rtlCol="0">
            <a:spAutoFit/>
          </a:bodyPr>
          <a:lstStyle/>
          <a:p>
            <a:r>
              <a:rPr kumimoji="1" lang="ja-JP" altLang="en-US" sz="1600" dirty="0" smtClean="0">
                <a:latin typeface="Meiryo UI" panose="020B0604030504040204" pitchFamily="50" charset="-128"/>
                <a:ea typeface="Meiryo UI" panose="020B0604030504040204" pitchFamily="50" charset="-128"/>
              </a:rPr>
              <a:t>交易財団法人　交通エコロジー・モビリティ財団がバリアフリー推進次長の一環として公開している標準案内図用記号を流用したデザインとしたい。</a:t>
            </a:r>
            <a:endParaRPr kumimoji="1" lang="ja-JP" altLang="en-US" sz="1600" dirty="0">
              <a:latin typeface="Meiryo UI" panose="020B0604030504040204" pitchFamily="50" charset="-128"/>
              <a:ea typeface="Meiryo UI" panose="020B0604030504040204" pitchFamily="50" charset="-128"/>
            </a:endParaRPr>
          </a:p>
        </p:txBody>
      </p:sp>
      <p:sp>
        <p:nvSpPr>
          <p:cNvPr id="26" name="楕円 25"/>
          <p:cNvSpPr/>
          <p:nvPr/>
        </p:nvSpPr>
        <p:spPr>
          <a:xfrm>
            <a:off x="2340634" y="4362582"/>
            <a:ext cx="1204822" cy="1121434"/>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smtClean="0">
              <a:latin typeface="Meiryo UI" panose="020B0604030504040204" pitchFamily="50" charset="-128"/>
              <a:ea typeface="Meiryo UI" panose="020B0604030504040204" pitchFamily="50" charset="-128"/>
            </a:endParaRPr>
          </a:p>
        </p:txBody>
      </p:sp>
      <p:pic>
        <p:nvPicPr>
          <p:cNvPr id="27" name="図 2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79966" y="2562017"/>
            <a:ext cx="3296110" cy="3877216"/>
          </a:xfrm>
          <a:prstGeom prst="rect">
            <a:avLst/>
          </a:prstGeom>
        </p:spPr>
      </p:pic>
      <p:pic>
        <p:nvPicPr>
          <p:cNvPr id="28" name="図 27"/>
          <p:cNvPicPr>
            <a:picLocks noChangeAspect="1"/>
          </p:cNvPicPr>
          <p:nvPr/>
        </p:nvPicPr>
        <p:blipFill rotWithShape="1">
          <a:blip r:embed="rId5" cstate="print">
            <a:extLst>
              <a:ext uri="{28A0092B-C50C-407E-A947-70E740481C1C}">
                <a14:useLocalDpi xmlns:a14="http://schemas.microsoft.com/office/drawing/2010/main" val="0"/>
              </a:ext>
            </a:extLst>
          </a:blip>
          <a:srcRect l="9174" t="10591" r="5805" b="17945"/>
          <a:stretch/>
        </p:blipFill>
        <p:spPr>
          <a:xfrm>
            <a:off x="8427384" y="3241148"/>
            <a:ext cx="2001273" cy="1682151"/>
          </a:xfrm>
          <a:prstGeom prst="rect">
            <a:avLst/>
          </a:prstGeom>
        </p:spPr>
      </p:pic>
    </p:spTree>
    <p:extLst>
      <p:ext uri="{BB962C8B-B14F-4D97-AF65-F5344CB8AC3E}">
        <p14:creationId xmlns:p14="http://schemas.microsoft.com/office/powerpoint/2010/main" val="3155092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喫煙所アイコン表示イメージ</a:t>
            </a:r>
            <a:endParaRPr kumimoji="1" lang="ja-JP" altLang="en-US" dirty="0"/>
          </a:p>
        </p:txBody>
      </p:sp>
      <p:sp>
        <p:nvSpPr>
          <p:cNvPr id="3" name="日付プレースホルダー 2"/>
          <p:cNvSpPr>
            <a:spLocks noGrp="1"/>
          </p:cNvSpPr>
          <p:nvPr>
            <p:ph type="dt" sz="half" idx="10"/>
          </p:nvPr>
        </p:nvSpPr>
        <p:spPr/>
        <p:txBody>
          <a:bodyPr/>
          <a:lstStyle/>
          <a:p>
            <a:r>
              <a:rPr kumimoji="1" lang="en-US" altLang="ja-JP" smtClean="0"/>
              <a:t>2023/10/10</a:t>
            </a:r>
            <a:endParaRPr kumimoji="1" lang="ja-JP" altLang="en-US"/>
          </a:p>
        </p:txBody>
      </p:sp>
      <p:sp>
        <p:nvSpPr>
          <p:cNvPr id="4" name="フッター プレースホルダー 3"/>
          <p:cNvSpPr>
            <a:spLocks noGrp="1"/>
          </p:cNvSpPr>
          <p:nvPr>
            <p:ph type="ftr" sz="quarter" idx="11"/>
          </p:nvPr>
        </p:nvSpPr>
        <p:spPr/>
        <p:txBody>
          <a:bodyPr/>
          <a:lstStyle/>
          <a:p>
            <a:r>
              <a:rPr lang="en-US" altLang="ja-JP" smtClean="0"/>
              <a:t>© 2023 JR East Consultants Company</a:t>
            </a:r>
            <a:endParaRPr lang="ja-JP" altLang="en-US" dirty="0"/>
          </a:p>
        </p:txBody>
      </p:sp>
      <p:sp>
        <p:nvSpPr>
          <p:cNvPr id="5" name="スライド番号プレースホルダー 4"/>
          <p:cNvSpPr>
            <a:spLocks noGrp="1"/>
          </p:cNvSpPr>
          <p:nvPr>
            <p:ph type="sldNum" sz="quarter" idx="12"/>
          </p:nvPr>
        </p:nvSpPr>
        <p:spPr/>
        <p:txBody>
          <a:bodyPr/>
          <a:lstStyle/>
          <a:p>
            <a:fld id="{B6EA2EF4-16CC-4E8C-B4E7-CE7586DCE940}" type="slidenum">
              <a:rPr kumimoji="1" lang="ja-JP" altLang="en-US" smtClean="0"/>
              <a:t>3</a:t>
            </a:fld>
            <a:endParaRPr kumimoji="1" lang="ja-JP" altLang="en-US"/>
          </a:p>
        </p:txBody>
      </p:sp>
      <p:pic>
        <p:nvPicPr>
          <p:cNvPr id="6" name="図 5"/>
          <p:cNvPicPr>
            <a:picLocks noChangeAspect="1"/>
          </p:cNvPicPr>
          <p:nvPr/>
        </p:nvPicPr>
        <p:blipFill rotWithShape="1">
          <a:blip r:embed="rId2" cstate="print">
            <a:extLst>
              <a:ext uri="{28A0092B-C50C-407E-A947-70E740481C1C}">
                <a14:useLocalDpi xmlns:a14="http://schemas.microsoft.com/office/drawing/2010/main" val="0"/>
              </a:ext>
            </a:extLst>
          </a:blip>
          <a:srcRect t="5534"/>
          <a:stretch/>
        </p:blipFill>
        <p:spPr>
          <a:xfrm>
            <a:off x="1566579" y="990743"/>
            <a:ext cx="2520000" cy="5154637"/>
          </a:xfrm>
          <a:prstGeom prst="rect">
            <a:avLst/>
          </a:prstGeom>
        </p:spPr>
      </p:pic>
      <p:grpSp>
        <p:nvGrpSpPr>
          <p:cNvPr id="10" name="グループ化 9"/>
          <p:cNvGrpSpPr/>
          <p:nvPr/>
        </p:nvGrpSpPr>
        <p:grpSpPr>
          <a:xfrm>
            <a:off x="3470643" y="4035068"/>
            <a:ext cx="160998" cy="189270"/>
            <a:chOff x="4446889" y="1490304"/>
            <a:chExt cx="3298222" cy="3877392"/>
          </a:xfrm>
        </p:grpSpPr>
        <p:sp>
          <p:nvSpPr>
            <p:cNvPr id="11" name="楕円 10"/>
            <p:cNvSpPr/>
            <p:nvPr/>
          </p:nvSpPr>
          <p:spPr>
            <a:xfrm>
              <a:off x="4584700" y="1625600"/>
              <a:ext cx="2984500" cy="29845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smtClean="0">
                <a:latin typeface="Meiryo UI" panose="020B0604030504040204" pitchFamily="50" charset="-128"/>
                <a:ea typeface="Meiryo UI" panose="020B0604030504040204" pitchFamily="50" charset="-128"/>
              </a:endParaRPr>
            </a:p>
          </p:txBody>
        </p:sp>
        <p:pic>
          <p:nvPicPr>
            <p:cNvPr id="12" name="図 11"/>
            <p:cNvPicPr>
              <a:picLocks noChangeAspect="1"/>
            </p:cNvPicPr>
            <p:nvPr/>
          </p:nvPicPr>
          <p:blipFill>
            <a:blip r:embed="rId3">
              <a:extLst>
                <a:ext uri="{BEBA8EAE-BF5A-486C-A8C5-ECC9F3942E4B}">
                  <a14:imgProps xmlns:a14="http://schemas.microsoft.com/office/drawing/2010/main">
                    <a14:imgLayer r:embed="rId4">
                      <a14:imgEffect>
                        <a14:backgroundRemoval t="0" b="100000" l="0" r="100000">
                          <a14:foregroundMark x1="19778" y1="13994" x2="19778" y2="13994"/>
                          <a14:foregroundMark x1="18115" y1="13522" x2="16266" y2="14937"/>
                          <a14:foregroundMark x1="14048" y1="19182" x2="13494" y2="19811"/>
                          <a14:foregroundMark x1="8503" y1="29088" x2="8503" y2="30346"/>
                          <a14:foregroundMark x1="6470" y1="42453" x2="6654" y2="43711"/>
                          <a14:foregroundMark x1="31608" y1="56289" x2="32163" y2="55818"/>
                          <a14:foregroundMark x1="36229" y1="54560" x2="39187" y2="54560"/>
                          <a14:foregroundMark x1="44547" y1="54560" x2="47135" y2="54403"/>
                          <a14:foregroundMark x1="54159" y1="54403" x2="54159" y2="54403"/>
                          <a14:foregroundMark x1="71349" y1="56132" x2="71349" y2="56132"/>
                          <a14:foregroundMark x1="74677" y1="55031" x2="74677" y2="55031"/>
                          <a14:foregroundMark x1="74861" y1="54874" x2="74861" y2="54874"/>
                          <a14:foregroundMark x1="61368" y1="39465" x2="61368" y2="39465"/>
                          <a14:foregroundMark x1="65434" y1="29560" x2="65434" y2="29560"/>
                          <a14:foregroundMark x1="24584" y1="24214" x2="24584" y2="24214"/>
                          <a14:foregroundMark x1="37153" y1="15723" x2="37153" y2="15723"/>
                          <a14:foregroundMark x1="55823" y1="14937" x2="57301" y2="14937"/>
                          <a14:foregroundMark x1="63586" y1="14937" x2="64325" y2="14780"/>
                          <a14:foregroundMark x1="72643" y1="16824" x2="72643" y2="16824"/>
                          <a14:foregroundMark x1="76155" y1="22956" x2="76155" y2="22956"/>
                          <a14:foregroundMark x1="82810" y1="29088" x2="84104" y2="29560"/>
                          <a14:foregroundMark x1="85397" y1="33491" x2="85582" y2="34119"/>
                          <a14:foregroundMark x1="86876" y1="44811" x2="86876" y2="44811"/>
                          <a14:foregroundMark x1="85213" y1="51572" x2="85213" y2="51572"/>
                          <a14:foregroundMark x1="77449" y1="58333" x2="76895" y2="58648"/>
                          <a14:foregroundMark x1="70055" y1="63994" x2="68022" y2="64623"/>
                          <a14:foregroundMark x1="57486" y1="67610" x2="54344" y2="68396"/>
                          <a14:foregroundMark x1="51386" y1="68396" x2="51386" y2="68396"/>
                          <a14:foregroundMark x1="46950" y1="69182" x2="46211" y2="69182"/>
                          <a14:foregroundMark x1="41035" y1="29874" x2="41035" y2="29874"/>
                          <a14:foregroundMark x1="42514" y1="29717" x2="43253" y2="30031"/>
                          <a14:foregroundMark x1="44547" y1="32075" x2="45656" y2="32390"/>
                          <a14:foregroundMark x1="63216" y1="27358" x2="63216" y2="27358"/>
                          <a14:foregroundMark x1="63216" y1="25786" x2="63216" y2="25786"/>
                          <a14:foregroundMark x1="43253" y1="22484" x2="42144" y2="21855"/>
                          <a14:foregroundMark x1="46950" y1="21698" x2="46950" y2="21698"/>
                          <a14:foregroundMark x1="47874" y1="17925" x2="48059" y2="16824"/>
                          <a14:foregroundMark x1="48059" y1="13679" x2="47505" y2="13365"/>
                          <a14:foregroundMark x1="42144" y1="12736" x2="42144" y2="12736"/>
                          <a14:foregroundMark x1="38817" y1="14937" x2="38817" y2="14937"/>
                          <a14:foregroundMark x1="33641" y1="20283" x2="33641" y2="20283"/>
                          <a14:foregroundMark x1="32163" y1="22956" x2="31054" y2="24057"/>
                          <a14:foregroundMark x1="28281" y1="30346" x2="28281" y2="30346"/>
                          <a14:foregroundMark x1="26433" y1="31761" x2="25878" y2="32547"/>
                          <a14:foregroundMark x1="24954" y1="33805" x2="24214" y2="34434"/>
                          <a14:foregroundMark x1="20887" y1="36950" x2="20887" y2="36950"/>
                          <a14:foregroundMark x1="16821" y1="40409" x2="16821" y2="40409"/>
                          <a14:foregroundMark x1="16266" y1="41509" x2="16266" y2="41509"/>
                          <a14:foregroundMark x1="13678" y1="33176" x2="13678" y2="33176"/>
                          <a14:foregroundMark x1="14233" y1="32547" x2="14972" y2="31761"/>
                          <a14:foregroundMark x1="18115" y1="30189" x2="18854" y2="29717"/>
                          <a14:foregroundMark x1="24399" y1="8019" x2="24399" y2="8019"/>
                          <a14:foregroundMark x1="48244" y1="3931" x2="48244" y2="3931"/>
                          <a14:foregroundMark x1="75786" y1="8805" x2="75786" y2="8805"/>
                          <a14:foregroundMark x1="93900" y1="24686" x2="93900" y2="24686"/>
                          <a14:foregroundMark x1="92606" y1="40566" x2="92606" y2="40566"/>
                          <a14:foregroundMark x1="87246" y1="41509" x2="87246" y2="41509"/>
                          <a14:foregroundMark x1="80407" y1="43082" x2="80407" y2="43082"/>
                          <a14:foregroundMark x1="75601" y1="39465" x2="75601" y2="39465"/>
                        </a14:backgroundRemoval>
                      </a14:imgEffect>
                    </a14:imgLayer>
                  </a14:imgProps>
                </a:ext>
              </a:extLst>
            </a:blip>
            <a:stretch>
              <a:fillRect/>
            </a:stretch>
          </p:blipFill>
          <p:spPr>
            <a:xfrm>
              <a:off x="4446889" y="1490304"/>
              <a:ext cx="3298222" cy="3877392"/>
            </a:xfrm>
            <a:prstGeom prst="rect">
              <a:avLst/>
            </a:prstGeom>
          </p:spPr>
        </p:pic>
      </p:grpSp>
      <p:grpSp>
        <p:nvGrpSpPr>
          <p:cNvPr id="13" name="グループ化 12"/>
          <p:cNvGrpSpPr/>
          <p:nvPr/>
        </p:nvGrpSpPr>
        <p:grpSpPr>
          <a:xfrm>
            <a:off x="2899143" y="4063643"/>
            <a:ext cx="160998" cy="189270"/>
            <a:chOff x="4446889" y="1490304"/>
            <a:chExt cx="3298222" cy="3877392"/>
          </a:xfrm>
        </p:grpSpPr>
        <p:sp>
          <p:nvSpPr>
            <p:cNvPr id="14" name="楕円 13"/>
            <p:cNvSpPr/>
            <p:nvPr/>
          </p:nvSpPr>
          <p:spPr>
            <a:xfrm>
              <a:off x="4584700" y="1625600"/>
              <a:ext cx="2984500" cy="29845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smtClean="0">
                <a:latin typeface="Meiryo UI" panose="020B0604030504040204" pitchFamily="50" charset="-128"/>
                <a:ea typeface="Meiryo UI" panose="020B0604030504040204" pitchFamily="50" charset="-128"/>
              </a:endParaRPr>
            </a:p>
          </p:txBody>
        </p:sp>
        <p:pic>
          <p:nvPicPr>
            <p:cNvPr id="15" name="図 14"/>
            <p:cNvPicPr>
              <a:picLocks noChangeAspect="1"/>
            </p:cNvPicPr>
            <p:nvPr/>
          </p:nvPicPr>
          <p:blipFill>
            <a:blip r:embed="rId3">
              <a:extLst>
                <a:ext uri="{BEBA8EAE-BF5A-486C-A8C5-ECC9F3942E4B}">
                  <a14:imgProps xmlns:a14="http://schemas.microsoft.com/office/drawing/2010/main">
                    <a14:imgLayer r:embed="rId4">
                      <a14:imgEffect>
                        <a14:backgroundRemoval t="0" b="100000" l="0" r="100000">
                          <a14:foregroundMark x1="19778" y1="13994" x2="19778" y2="13994"/>
                          <a14:foregroundMark x1="18115" y1="13522" x2="16266" y2="14937"/>
                          <a14:foregroundMark x1="14048" y1="19182" x2="13494" y2="19811"/>
                          <a14:foregroundMark x1="8503" y1="29088" x2="8503" y2="30346"/>
                          <a14:foregroundMark x1="6470" y1="42453" x2="6654" y2="43711"/>
                          <a14:foregroundMark x1="31608" y1="56289" x2="32163" y2="55818"/>
                          <a14:foregroundMark x1="36229" y1="54560" x2="39187" y2="54560"/>
                          <a14:foregroundMark x1="44547" y1="54560" x2="47135" y2="54403"/>
                          <a14:foregroundMark x1="54159" y1="54403" x2="54159" y2="54403"/>
                          <a14:foregroundMark x1="71349" y1="56132" x2="71349" y2="56132"/>
                          <a14:foregroundMark x1="74677" y1="55031" x2="74677" y2="55031"/>
                          <a14:foregroundMark x1="74861" y1="54874" x2="74861" y2="54874"/>
                          <a14:foregroundMark x1="61368" y1="39465" x2="61368" y2="39465"/>
                          <a14:foregroundMark x1="65434" y1="29560" x2="65434" y2="29560"/>
                          <a14:foregroundMark x1="24584" y1="24214" x2="24584" y2="24214"/>
                          <a14:foregroundMark x1="37153" y1="15723" x2="37153" y2="15723"/>
                          <a14:foregroundMark x1="55823" y1="14937" x2="57301" y2="14937"/>
                          <a14:foregroundMark x1="63586" y1="14937" x2="64325" y2="14780"/>
                          <a14:foregroundMark x1="72643" y1="16824" x2="72643" y2="16824"/>
                          <a14:foregroundMark x1="76155" y1="22956" x2="76155" y2="22956"/>
                          <a14:foregroundMark x1="82810" y1="29088" x2="84104" y2="29560"/>
                          <a14:foregroundMark x1="85397" y1="33491" x2="85582" y2="34119"/>
                          <a14:foregroundMark x1="86876" y1="44811" x2="86876" y2="44811"/>
                          <a14:foregroundMark x1="85213" y1="51572" x2="85213" y2="51572"/>
                          <a14:foregroundMark x1="77449" y1="58333" x2="76895" y2="58648"/>
                          <a14:foregroundMark x1="70055" y1="63994" x2="68022" y2="64623"/>
                          <a14:foregroundMark x1="57486" y1="67610" x2="54344" y2="68396"/>
                          <a14:foregroundMark x1="51386" y1="68396" x2="51386" y2="68396"/>
                          <a14:foregroundMark x1="46950" y1="69182" x2="46211" y2="69182"/>
                          <a14:foregroundMark x1="41035" y1="29874" x2="41035" y2="29874"/>
                          <a14:foregroundMark x1="42514" y1="29717" x2="43253" y2="30031"/>
                          <a14:foregroundMark x1="44547" y1="32075" x2="45656" y2="32390"/>
                          <a14:foregroundMark x1="63216" y1="27358" x2="63216" y2="27358"/>
                          <a14:foregroundMark x1="63216" y1="25786" x2="63216" y2="25786"/>
                          <a14:foregroundMark x1="43253" y1="22484" x2="42144" y2="21855"/>
                          <a14:foregroundMark x1="46950" y1="21698" x2="46950" y2="21698"/>
                          <a14:foregroundMark x1="47874" y1="17925" x2="48059" y2="16824"/>
                          <a14:foregroundMark x1="48059" y1="13679" x2="47505" y2="13365"/>
                          <a14:foregroundMark x1="42144" y1="12736" x2="42144" y2="12736"/>
                          <a14:foregroundMark x1="38817" y1="14937" x2="38817" y2="14937"/>
                          <a14:foregroundMark x1="33641" y1="20283" x2="33641" y2="20283"/>
                          <a14:foregroundMark x1="32163" y1="22956" x2="31054" y2="24057"/>
                          <a14:foregroundMark x1="28281" y1="30346" x2="28281" y2="30346"/>
                          <a14:foregroundMark x1="26433" y1="31761" x2="25878" y2="32547"/>
                          <a14:foregroundMark x1="24954" y1="33805" x2="24214" y2="34434"/>
                          <a14:foregroundMark x1="20887" y1="36950" x2="20887" y2="36950"/>
                          <a14:foregroundMark x1="16821" y1="40409" x2="16821" y2="40409"/>
                          <a14:foregroundMark x1="16266" y1="41509" x2="16266" y2="41509"/>
                          <a14:foregroundMark x1="13678" y1="33176" x2="13678" y2="33176"/>
                          <a14:foregroundMark x1="14233" y1="32547" x2="14972" y2="31761"/>
                          <a14:foregroundMark x1="18115" y1="30189" x2="18854" y2="29717"/>
                          <a14:foregroundMark x1="24399" y1="8019" x2="24399" y2="8019"/>
                          <a14:foregroundMark x1="48244" y1="3931" x2="48244" y2="3931"/>
                          <a14:foregroundMark x1="75786" y1="8805" x2="75786" y2="8805"/>
                          <a14:foregroundMark x1="93900" y1="24686" x2="93900" y2="24686"/>
                          <a14:foregroundMark x1="92606" y1="40566" x2="92606" y2="40566"/>
                          <a14:foregroundMark x1="87246" y1="41509" x2="87246" y2="41509"/>
                          <a14:foregroundMark x1="80407" y1="43082" x2="80407" y2="43082"/>
                          <a14:foregroundMark x1="75601" y1="39465" x2="75601" y2="39465"/>
                        </a14:backgroundRemoval>
                      </a14:imgEffect>
                    </a14:imgLayer>
                  </a14:imgProps>
                </a:ext>
              </a:extLst>
            </a:blip>
            <a:stretch>
              <a:fillRect/>
            </a:stretch>
          </p:blipFill>
          <p:spPr>
            <a:xfrm>
              <a:off x="4446889" y="1490304"/>
              <a:ext cx="3298222" cy="3877392"/>
            </a:xfrm>
            <a:prstGeom prst="rect">
              <a:avLst/>
            </a:prstGeom>
          </p:spPr>
        </p:pic>
      </p:grpSp>
      <p:grpSp>
        <p:nvGrpSpPr>
          <p:cNvPr id="16" name="グループ化 15"/>
          <p:cNvGrpSpPr/>
          <p:nvPr/>
        </p:nvGrpSpPr>
        <p:grpSpPr>
          <a:xfrm>
            <a:off x="2770555" y="2915880"/>
            <a:ext cx="160998" cy="189270"/>
            <a:chOff x="4446889" y="1490304"/>
            <a:chExt cx="3298222" cy="3877392"/>
          </a:xfrm>
        </p:grpSpPr>
        <p:sp>
          <p:nvSpPr>
            <p:cNvPr id="17" name="楕円 16"/>
            <p:cNvSpPr/>
            <p:nvPr/>
          </p:nvSpPr>
          <p:spPr>
            <a:xfrm>
              <a:off x="4584700" y="1625600"/>
              <a:ext cx="2984500" cy="29845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smtClean="0">
                <a:latin typeface="Meiryo UI" panose="020B0604030504040204" pitchFamily="50" charset="-128"/>
                <a:ea typeface="Meiryo UI" panose="020B0604030504040204" pitchFamily="50" charset="-128"/>
              </a:endParaRPr>
            </a:p>
          </p:txBody>
        </p:sp>
        <p:pic>
          <p:nvPicPr>
            <p:cNvPr id="18" name="図 17"/>
            <p:cNvPicPr>
              <a:picLocks noChangeAspect="1"/>
            </p:cNvPicPr>
            <p:nvPr/>
          </p:nvPicPr>
          <p:blipFill>
            <a:blip r:embed="rId3">
              <a:extLst>
                <a:ext uri="{BEBA8EAE-BF5A-486C-A8C5-ECC9F3942E4B}">
                  <a14:imgProps xmlns:a14="http://schemas.microsoft.com/office/drawing/2010/main">
                    <a14:imgLayer r:embed="rId4">
                      <a14:imgEffect>
                        <a14:backgroundRemoval t="0" b="100000" l="0" r="100000">
                          <a14:foregroundMark x1="19778" y1="13994" x2="19778" y2="13994"/>
                          <a14:foregroundMark x1="18115" y1="13522" x2="16266" y2="14937"/>
                          <a14:foregroundMark x1="14048" y1="19182" x2="13494" y2="19811"/>
                          <a14:foregroundMark x1="8503" y1="29088" x2="8503" y2="30346"/>
                          <a14:foregroundMark x1="6470" y1="42453" x2="6654" y2="43711"/>
                          <a14:foregroundMark x1="31608" y1="56289" x2="32163" y2="55818"/>
                          <a14:foregroundMark x1="36229" y1="54560" x2="39187" y2="54560"/>
                          <a14:foregroundMark x1="44547" y1="54560" x2="47135" y2="54403"/>
                          <a14:foregroundMark x1="54159" y1="54403" x2="54159" y2="54403"/>
                          <a14:foregroundMark x1="71349" y1="56132" x2="71349" y2="56132"/>
                          <a14:foregroundMark x1="74677" y1="55031" x2="74677" y2="55031"/>
                          <a14:foregroundMark x1="74861" y1="54874" x2="74861" y2="54874"/>
                          <a14:foregroundMark x1="61368" y1="39465" x2="61368" y2="39465"/>
                          <a14:foregroundMark x1="65434" y1="29560" x2="65434" y2="29560"/>
                          <a14:foregroundMark x1="24584" y1="24214" x2="24584" y2="24214"/>
                          <a14:foregroundMark x1="37153" y1="15723" x2="37153" y2="15723"/>
                          <a14:foregroundMark x1="55823" y1="14937" x2="57301" y2="14937"/>
                          <a14:foregroundMark x1="63586" y1="14937" x2="64325" y2="14780"/>
                          <a14:foregroundMark x1="72643" y1="16824" x2="72643" y2="16824"/>
                          <a14:foregroundMark x1="76155" y1="22956" x2="76155" y2="22956"/>
                          <a14:foregroundMark x1="82810" y1="29088" x2="84104" y2="29560"/>
                          <a14:foregroundMark x1="85397" y1="33491" x2="85582" y2="34119"/>
                          <a14:foregroundMark x1="86876" y1="44811" x2="86876" y2="44811"/>
                          <a14:foregroundMark x1="85213" y1="51572" x2="85213" y2="51572"/>
                          <a14:foregroundMark x1="77449" y1="58333" x2="76895" y2="58648"/>
                          <a14:foregroundMark x1="70055" y1="63994" x2="68022" y2="64623"/>
                          <a14:foregroundMark x1="57486" y1="67610" x2="54344" y2="68396"/>
                          <a14:foregroundMark x1="51386" y1="68396" x2="51386" y2="68396"/>
                          <a14:foregroundMark x1="46950" y1="69182" x2="46211" y2="69182"/>
                          <a14:foregroundMark x1="41035" y1="29874" x2="41035" y2="29874"/>
                          <a14:foregroundMark x1="42514" y1="29717" x2="43253" y2="30031"/>
                          <a14:foregroundMark x1="44547" y1="32075" x2="45656" y2="32390"/>
                          <a14:foregroundMark x1="63216" y1="27358" x2="63216" y2="27358"/>
                          <a14:foregroundMark x1="63216" y1="25786" x2="63216" y2="25786"/>
                          <a14:foregroundMark x1="43253" y1="22484" x2="42144" y2="21855"/>
                          <a14:foregroundMark x1="46950" y1="21698" x2="46950" y2="21698"/>
                          <a14:foregroundMark x1="47874" y1="17925" x2="48059" y2="16824"/>
                          <a14:foregroundMark x1="48059" y1="13679" x2="47505" y2="13365"/>
                          <a14:foregroundMark x1="42144" y1="12736" x2="42144" y2="12736"/>
                          <a14:foregroundMark x1="38817" y1="14937" x2="38817" y2="14937"/>
                          <a14:foregroundMark x1="33641" y1="20283" x2="33641" y2="20283"/>
                          <a14:foregroundMark x1="32163" y1="22956" x2="31054" y2="24057"/>
                          <a14:foregroundMark x1="28281" y1="30346" x2="28281" y2="30346"/>
                          <a14:foregroundMark x1="26433" y1="31761" x2="25878" y2="32547"/>
                          <a14:foregroundMark x1="24954" y1="33805" x2="24214" y2="34434"/>
                          <a14:foregroundMark x1="20887" y1="36950" x2="20887" y2="36950"/>
                          <a14:foregroundMark x1="16821" y1="40409" x2="16821" y2="40409"/>
                          <a14:foregroundMark x1="16266" y1="41509" x2="16266" y2="41509"/>
                          <a14:foregroundMark x1="13678" y1="33176" x2="13678" y2="33176"/>
                          <a14:foregroundMark x1="14233" y1="32547" x2="14972" y2="31761"/>
                          <a14:foregroundMark x1="18115" y1="30189" x2="18854" y2="29717"/>
                          <a14:foregroundMark x1="24399" y1="8019" x2="24399" y2="8019"/>
                          <a14:foregroundMark x1="48244" y1="3931" x2="48244" y2="3931"/>
                          <a14:foregroundMark x1="75786" y1="8805" x2="75786" y2="8805"/>
                          <a14:foregroundMark x1="93900" y1="24686" x2="93900" y2="24686"/>
                          <a14:foregroundMark x1="92606" y1="40566" x2="92606" y2="40566"/>
                          <a14:foregroundMark x1="87246" y1="41509" x2="87246" y2="41509"/>
                          <a14:foregroundMark x1="80407" y1="43082" x2="80407" y2="43082"/>
                          <a14:foregroundMark x1="75601" y1="39465" x2="75601" y2="39465"/>
                        </a14:backgroundRemoval>
                      </a14:imgEffect>
                    </a14:imgLayer>
                  </a14:imgProps>
                </a:ext>
              </a:extLst>
            </a:blip>
            <a:stretch>
              <a:fillRect/>
            </a:stretch>
          </p:blipFill>
          <p:spPr>
            <a:xfrm>
              <a:off x="4446889" y="1490304"/>
              <a:ext cx="3298222" cy="3877392"/>
            </a:xfrm>
            <a:prstGeom prst="rect">
              <a:avLst/>
            </a:prstGeom>
          </p:spPr>
        </p:pic>
      </p:grpSp>
      <p:grpSp>
        <p:nvGrpSpPr>
          <p:cNvPr id="19" name="グループ化 18"/>
          <p:cNvGrpSpPr/>
          <p:nvPr/>
        </p:nvGrpSpPr>
        <p:grpSpPr>
          <a:xfrm>
            <a:off x="2130763" y="2237224"/>
            <a:ext cx="160998" cy="189270"/>
            <a:chOff x="4446889" y="1490304"/>
            <a:chExt cx="3298222" cy="3877392"/>
          </a:xfrm>
        </p:grpSpPr>
        <p:sp>
          <p:nvSpPr>
            <p:cNvPr id="20" name="楕円 19"/>
            <p:cNvSpPr/>
            <p:nvPr/>
          </p:nvSpPr>
          <p:spPr>
            <a:xfrm>
              <a:off x="4584700" y="1625600"/>
              <a:ext cx="2984500" cy="29845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smtClean="0">
                <a:latin typeface="Meiryo UI" panose="020B0604030504040204" pitchFamily="50" charset="-128"/>
                <a:ea typeface="Meiryo UI" panose="020B0604030504040204" pitchFamily="50" charset="-128"/>
              </a:endParaRPr>
            </a:p>
          </p:txBody>
        </p:sp>
        <p:pic>
          <p:nvPicPr>
            <p:cNvPr id="21" name="図 20"/>
            <p:cNvPicPr>
              <a:picLocks noChangeAspect="1"/>
            </p:cNvPicPr>
            <p:nvPr/>
          </p:nvPicPr>
          <p:blipFill>
            <a:blip r:embed="rId3">
              <a:extLst>
                <a:ext uri="{BEBA8EAE-BF5A-486C-A8C5-ECC9F3942E4B}">
                  <a14:imgProps xmlns:a14="http://schemas.microsoft.com/office/drawing/2010/main">
                    <a14:imgLayer r:embed="rId4">
                      <a14:imgEffect>
                        <a14:backgroundRemoval t="0" b="100000" l="0" r="100000">
                          <a14:foregroundMark x1="19778" y1="13994" x2="19778" y2="13994"/>
                          <a14:foregroundMark x1="18115" y1="13522" x2="16266" y2="14937"/>
                          <a14:foregroundMark x1="14048" y1="19182" x2="13494" y2="19811"/>
                          <a14:foregroundMark x1="8503" y1="29088" x2="8503" y2="30346"/>
                          <a14:foregroundMark x1="6470" y1="42453" x2="6654" y2="43711"/>
                          <a14:foregroundMark x1="31608" y1="56289" x2="32163" y2="55818"/>
                          <a14:foregroundMark x1="36229" y1="54560" x2="39187" y2="54560"/>
                          <a14:foregroundMark x1="44547" y1="54560" x2="47135" y2="54403"/>
                          <a14:foregroundMark x1="54159" y1="54403" x2="54159" y2="54403"/>
                          <a14:foregroundMark x1="71349" y1="56132" x2="71349" y2="56132"/>
                          <a14:foregroundMark x1="74677" y1="55031" x2="74677" y2="55031"/>
                          <a14:foregroundMark x1="74861" y1="54874" x2="74861" y2="54874"/>
                          <a14:foregroundMark x1="61368" y1="39465" x2="61368" y2="39465"/>
                          <a14:foregroundMark x1="65434" y1="29560" x2="65434" y2="29560"/>
                          <a14:foregroundMark x1="24584" y1="24214" x2="24584" y2="24214"/>
                          <a14:foregroundMark x1="37153" y1="15723" x2="37153" y2="15723"/>
                          <a14:foregroundMark x1="55823" y1="14937" x2="57301" y2="14937"/>
                          <a14:foregroundMark x1="63586" y1="14937" x2="64325" y2="14780"/>
                          <a14:foregroundMark x1="72643" y1="16824" x2="72643" y2="16824"/>
                          <a14:foregroundMark x1="76155" y1="22956" x2="76155" y2="22956"/>
                          <a14:foregroundMark x1="82810" y1="29088" x2="84104" y2="29560"/>
                          <a14:foregroundMark x1="85397" y1="33491" x2="85582" y2="34119"/>
                          <a14:foregroundMark x1="86876" y1="44811" x2="86876" y2="44811"/>
                          <a14:foregroundMark x1="85213" y1="51572" x2="85213" y2="51572"/>
                          <a14:foregroundMark x1="77449" y1="58333" x2="76895" y2="58648"/>
                          <a14:foregroundMark x1="70055" y1="63994" x2="68022" y2="64623"/>
                          <a14:foregroundMark x1="57486" y1="67610" x2="54344" y2="68396"/>
                          <a14:foregroundMark x1="51386" y1="68396" x2="51386" y2="68396"/>
                          <a14:foregroundMark x1="46950" y1="69182" x2="46211" y2="69182"/>
                          <a14:foregroundMark x1="41035" y1="29874" x2="41035" y2="29874"/>
                          <a14:foregroundMark x1="42514" y1="29717" x2="43253" y2="30031"/>
                          <a14:foregroundMark x1="44547" y1="32075" x2="45656" y2="32390"/>
                          <a14:foregroundMark x1="63216" y1="27358" x2="63216" y2="27358"/>
                          <a14:foregroundMark x1="63216" y1="25786" x2="63216" y2="25786"/>
                          <a14:foregroundMark x1="43253" y1="22484" x2="42144" y2="21855"/>
                          <a14:foregroundMark x1="46950" y1="21698" x2="46950" y2="21698"/>
                          <a14:foregroundMark x1="47874" y1="17925" x2="48059" y2="16824"/>
                          <a14:foregroundMark x1="48059" y1="13679" x2="47505" y2="13365"/>
                          <a14:foregroundMark x1="42144" y1="12736" x2="42144" y2="12736"/>
                          <a14:foregroundMark x1="38817" y1="14937" x2="38817" y2="14937"/>
                          <a14:foregroundMark x1="33641" y1="20283" x2="33641" y2="20283"/>
                          <a14:foregroundMark x1="32163" y1="22956" x2="31054" y2="24057"/>
                          <a14:foregroundMark x1="28281" y1="30346" x2="28281" y2="30346"/>
                          <a14:foregroundMark x1="26433" y1="31761" x2="25878" y2="32547"/>
                          <a14:foregroundMark x1="24954" y1="33805" x2="24214" y2="34434"/>
                          <a14:foregroundMark x1="20887" y1="36950" x2="20887" y2="36950"/>
                          <a14:foregroundMark x1="16821" y1="40409" x2="16821" y2="40409"/>
                          <a14:foregroundMark x1="16266" y1="41509" x2="16266" y2="41509"/>
                          <a14:foregroundMark x1="13678" y1="33176" x2="13678" y2="33176"/>
                          <a14:foregroundMark x1="14233" y1="32547" x2="14972" y2="31761"/>
                          <a14:foregroundMark x1="18115" y1="30189" x2="18854" y2="29717"/>
                          <a14:foregroundMark x1="24399" y1="8019" x2="24399" y2="8019"/>
                          <a14:foregroundMark x1="48244" y1="3931" x2="48244" y2="3931"/>
                          <a14:foregroundMark x1="75786" y1="8805" x2="75786" y2="8805"/>
                          <a14:foregroundMark x1="93900" y1="24686" x2="93900" y2="24686"/>
                          <a14:foregroundMark x1="92606" y1="40566" x2="92606" y2="40566"/>
                          <a14:foregroundMark x1="87246" y1="41509" x2="87246" y2="41509"/>
                          <a14:foregroundMark x1="80407" y1="43082" x2="80407" y2="43082"/>
                          <a14:foregroundMark x1="75601" y1="39465" x2="75601" y2="39465"/>
                        </a14:backgroundRemoval>
                      </a14:imgEffect>
                    </a14:imgLayer>
                  </a14:imgProps>
                </a:ext>
              </a:extLst>
            </a:blip>
            <a:stretch>
              <a:fillRect/>
            </a:stretch>
          </p:blipFill>
          <p:spPr>
            <a:xfrm>
              <a:off x="4446889" y="1490304"/>
              <a:ext cx="3298222" cy="3877392"/>
            </a:xfrm>
            <a:prstGeom prst="rect">
              <a:avLst/>
            </a:prstGeom>
          </p:spPr>
        </p:pic>
      </p:grpSp>
      <p:sp>
        <p:nvSpPr>
          <p:cNvPr id="22" name="テキスト ボックス 21"/>
          <p:cNvSpPr txBox="1"/>
          <p:nvPr/>
        </p:nvSpPr>
        <p:spPr>
          <a:xfrm>
            <a:off x="4404221" y="1558516"/>
            <a:ext cx="7178695" cy="584775"/>
          </a:xfrm>
          <a:prstGeom prst="rect">
            <a:avLst/>
          </a:prstGeom>
          <a:noFill/>
        </p:spPr>
        <p:txBody>
          <a:bodyPr wrap="square" rtlCol="0">
            <a:spAutoFit/>
          </a:bodyPr>
          <a:lstStyle/>
          <a:p>
            <a:r>
              <a:rPr kumimoji="1" lang="en-US" altLang="ja-JP" sz="1600" dirty="0" smtClean="0">
                <a:latin typeface="Meiryo UI" panose="020B0604030504040204" pitchFamily="50" charset="-128"/>
                <a:ea typeface="Meiryo UI" panose="020B0604030504040204" pitchFamily="50" charset="-128"/>
              </a:rPr>
              <a:t>POI</a:t>
            </a:r>
            <a:r>
              <a:rPr kumimoji="1" lang="ja-JP" altLang="en-US" sz="1600" dirty="0" smtClean="0">
                <a:latin typeface="Meiryo UI" panose="020B0604030504040204" pitchFamily="50" charset="-128"/>
                <a:ea typeface="Meiryo UI" panose="020B0604030504040204" pitchFamily="50" charset="-128"/>
              </a:rPr>
              <a:t>として登録済みのすべての喫煙所に、アイコンを配置します。</a:t>
            </a:r>
            <a:endParaRPr kumimoji="1" lang="en-US" altLang="ja-JP" sz="1600" dirty="0" smtClean="0">
              <a:latin typeface="Meiryo UI" panose="020B0604030504040204" pitchFamily="50" charset="-128"/>
              <a:ea typeface="Meiryo UI" panose="020B0604030504040204" pitchFamily="50" charset="-128"/>
            </a:endParaRPr>
          </a:p>
          <a:p>
            <a:r>
              <a:rPr kumimoji="1" lang="ja-JP" altLang="en-US" sz="1600" dirty="0" smtClean="0">
                <a:latin typeface="Meiryo UI" panose="020B0604030504040204" pitchFamily="50" charset="-128"/>
                <a:ea typeface="Meiryo UI" panose="020B0604030504040204" pitchFamily="50" charset="-128"/>
              </a:rPr>
              <a:t>左図のイメージです。</a:t>
            </a:r>
            <a:endParaRPr kumimoji="1" lang="ja-JP" altLang="en-US" sz="16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386277469"/>
      </p:ext>
    </p:extLst>
  </p:cSld>
  <p:clrMapOvr>
    <a:masterClrMapping/>
  </p:clrMapOvr>
</p:sld>
</file>

<file path=ppt/theme/theme1.xml><?xml version="1.0" encoding="utf-8"?>
<a:theme xmlns:a="http://schemas.openxmlformats.org/drawingml/2006/main" name="JRC">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kumimoji="1" dirty="0" smtClean="0">
            <a:latin typeface="Meiryo UI" panose="020B0604030504040204" pitchFamily="50" charset="-128"/>
            <a:ea typeface="Meiryo UI" panose="020B0604030504040204"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kumimoji="1" sz="1600" dirty="0">
            <a:latin typeface="Meiryo UI" panose="020B0604030504040204" pitchFamily="50" charset="-128"/>
            <a:ea typeface="Meiryo UI" panose="020B0604030504040204"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1255</TotalTime>
  <Words>165</Words>
  <Application>Microsoft Office PowerPoint</Application>
  <PresentationFormat>ワイド画面</PresentationFormat>
  <Paragraphs>21</Paragraphs>
  <Slides>3</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3</vt:i4>
      </vt:variant>
    </vt:vector>
  </HeadingPairs>
  <TitlesOfParts>
    <vt:vector size="9" baseType="lpstr">
      <vt:lpstr>Meiryo UI</vt:lpstr>
      <vt:lpstr>メイリオ</vt:lpstr>
      <vt:lpstr>游ゴシック</vt:lpstr>
      <vt:lpstr>Arial</vt:lpstr>
      <vt:lpstr>Calibri</vt:lpstr>
      <vt:lpstr>JRC</vt:lpstr>
      <vt:lpstr>東京ステナビ　2023開発</vt:lpstr>
      <vt:lpstr>検索ランキング上位「喫煙所」をもっと見やすく</vt:lpstr>
      <vt:lpstr>喫煙所アイコン表示イメージ</vt:lpstr>
    </vt:vector>
  </TitlesOfParts>
  <Company>ＪＲ東日本コンサルタンツ株式会社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栗原 一行</dc:creator>
  <cp:lastModifiedBy>栗原 一行</cp:lastModifiedBy>
  <cp:revision>99</cp:revision>
  <dcterms:created xsi:type="dcterms:W3CDTF">2021-06-23T00:32:31Z</dcterms:created>
  <dcterms:modified xsi:type="dcterms:W3CDTF">2023-10-31T05:15:57Z</dcterms:modified>
</cp:coreProperties>
</file>